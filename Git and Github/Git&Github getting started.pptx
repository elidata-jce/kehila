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61" r:id="rId6"/>
    <p:sldId id="260" r:id="rId7"/>
    <p:sldId id="259" r:id="rId8"/>
    <p:sldId id="267" r:id="rId9"/>
    <p:sldId id="262" r:id="rId10"/>
    <p:sldId id="263" r:id="rId11"/>
    <p:sldId id="277" r:id="rId12"/>
    <p:sldId id="278" r:id="rId13"/>
    <p:sldId id="279" r:id="rId14"/>
    <p:sldId id="280" r:id="rId15"/>
    <p:sldId id="281" r:id="rId16"/>
    <p:sldId id="264" r:id="rId17"/>
    <p:sldId id="266" r:id="rId18"/>
    <p:sldId id="282" r:id="rId19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F3AF0C-F6CF-4FEF-A554-DFDAC8C4C936}" v="9" dt="2026-01-11T07:19:15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365" autoAdjust="0"/>
    <p:restoredTop sz="94825" autoAdjust="0"/>
  </p:normalViewPr>
  <p:slideViewPr>
    <p:cSldViewPr snapToGrid="0">
      <p:cViewPr varScale="1">
        <p:scale>
          <a:sx n="88" d="100"/>
          <a:sy n="88" d="100"/>
        </p:scale>
        <p:origin x="96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e-daat Adler" userId="e2cc2eb6-833b-438b-a8a5-bd73d3035e54" providerId="ADAL" clId="{AFDDC753-158D-49FE-81DC-84630E49DB23}"/>
    <pc:docChg chg="custSel addSld modSld">
      <pc:chgData name="Elie-daat Adler" userId="e2cc2eb6-833b-438b-a8a5-bd73d3035e54" providerId="ADAL" clId="{AFDDC753-158D-49FE-81DC-84630E49DB23}" dt="2026-01-11T07:19:15.202" v="30" actId="962"/>
      <pc:docMkLst>
        <pc:docMk/>
      </pc:docMkLst>
      <pc:sldChg chg="addSp delSp">
        <pc:chgData name="Elie-daat Adler" userId="e2cc2eb6-833b-438b-a8a5-bd73d3035e54" providerId="ADAL" clId="{AFDDC753-158D-49FE-81DC-84630E49DB23}" dt="2026-01-11T07:18:59.630" v="25" actId="21"/>
        <pc:sldMkLst>
          <pc:docMk/>
          <pc:sldMk cId="369364623" sldId="263"/>
        </pc:sldMkLst>
        <pc:picChg chg="add del">
          <ac:chgData name="Elie-daat Adler" userId="e2cc2eb6-833b-438b-a8a5-bd73d3035e54" providerId="ADAL" clId="{AFDDC753-158D-49FE-81DC-84630E49DB23}" dt="2026-01-11T07:18:59.630" v="25" actId="21"/>
          <ac:picMkLst>
            <pc:docMk/>
            <pc:sldMk cId="369364623" sldId="263"/>
            <ac:picMk id="1026" creationId="{B2227700-EB45-6C45-6B44-335DC8FA76AB}"/>
          </ac:picMkLst>
        </pc:picChg>
      </pc:sldChg>
      <pc:sldChg chg="add">
        <pc:chgData name="Elie-daat Adler" userId="e2cc2eb6-833b-438b-a8a5-bd73d3035e54" providerId="ADAL" clId="{AFDDC753-158D-49FE-81DC-84630E49DB23}" dt="2026-01-11T07:18:47.075" v="19"/>
        <pc:sldMkLst>
          <pc:docMk/>
          <pc:sldMk cId="1363825482" sldId="277"/>
        </pc:sldMkLst>
      </pc:sldChg>
      <pc:sldChg chg="modSp add mod">
        <pc:chgData name="Elie-daat Adler" userId="e2cc2eb6-833b-438b-a8a5-bd73d3035e54" providerId="ADAL" clId="{AFDDC753-158D-49FE-81DC-84630E49DB23}" dt="2026-01-11T07:18:47.843" v="21" actId="27636"/>
        <pc:sldMkLst>
          <pc:docMk/>
          <pc:sldMk cId="2656098525" sldId="278"/>
        </pc:sldMkLst>
        <pc:spChg chg="mod">
          <ac:chgData name="Elie-daat Adler" userId="e2cc2eb6-833b-438b-a8a5-bd73d3035e54" providerId="ADAL" clId="{AFDDC753-158D-49FE-81DC-84630E49DB23}" dt="2026-01-11T07:18:47.827" v="20" actId="27636"/>
          <ac:spMkLst>
            <pc:docMk/>
            <pc:sldMk cId="2656098525" sldId="278"/>
            <ac:spMk id="2" creationId="{EA68193F-E9FD-4D98-1E69-F25850BA93ED}"/>
          </ac:spMkLst>
        </pc:spChg>
        <pc:spChg chg="mod">
          <ac:chgData name="Elie-daat Adler" userId="e2cc2eb6-833b-438b-a8a5-bd73d3035e54" providerId="ADAL" clId="{AFDDC753-158D-49FE-81DC-84630E49DB23}" dt="2026-01-11T07:18:47.843" v="21" actId="27636"/>
          <ac:spMkLst>
            <pc:docMk/>
            <pc:sldMk cId="2656098525" sldId="278"/>
            <ac:spMk id="3" creationId="{0AF75D72-F88D-47C8-A177-87D8C148EC74}"/>
          </ac:spMkLst>
        </pc:spChg>
      </pc:sldChg>
      <pc:sldChg chg="addSp modSp add">
        <pc:chgData name="Elie-daat Adler" userId="e2cc2eb6-833b-438b-a8a5-bd73d3035e54" providerId="ADAL" clId="{AFDDC753-158D-49FE-81DC-84630E49DB23}" dt="2026-01-11T07:19:15.202" v="30" actId="962"/>
        <pc:sldMkLst>
          <pc:docMk/>
          <pc:sldMk cId="1958414696" sldId="279"/>
        </pc:sldMkLst>
        <pc:picChg chg="add mod">
          <ac:chgData name="Elie-daat Adler" userId="e2cc2eb6-833b-438b-a8a5-bd73d3035e54" providerId="ADAL" clId="{AFDDC753-158D-49FE-81DC-84630E49DB23}" dt="2026-01-11T07:19:15.202" v="30" actId="962"/>
          <ac:picMkLst>
            <pc:docMk/>
            <pc:sldMk cId="1958414696" sldId="279"/>
            <ac:picMk id="1026" creationId="{B2227700-EB45-6C45-6B44-335DC8FA76AB}"/>
          </ac:picMkLst>
        </pc:picChg>
      </pc:sldChg>
      <pc:sldChg chg="modSp add mod">
        <pc:chgData name="Elie-daat Adler" userId="e2cc2eb6-833b-438b-a8a5-bd73d3035e54" providerId="ADAL" clId="{AFDDC753-158D-49FE-81DC-84630E49DB23}" dt="2026-01-11T07:18:47.954" v="23" actId="27636"/>
        <pc:sldMkLst>
          <pc:docMk/>
          <pc:sldMk cId="4181563328" sldId="280"/>
        </pc:sldMkLst>
        <pc:spChg chg="mod">
          <ac:chgData name="Elie-daat Adler" userId="e2cc2eb6-833b-438b-a8a5-bd73d3035e54" providerId="ADAL" clId="{AFDDC753-158D-49FE-81DC-84630E49DB23}" dt="2026-01-11T07:18:47.954" v="23" actId="27636"/>
          <ac:spMkLst>
            <pc:docMk/>
            <pc:sldMk cId="4181563328" sldId="280"/>
            <ac:spMk id="2" creationId="{3B8298DE-53CB-A494-F6DB-A1BD5D5031A1}"/>
          </ac:spMkLst>
        </pc:spChg>
        <pc:spChg chg="mod">
          <ac:chgData name="Elie-daat Adler" userId="e2cc2eb6-833b-438b-a8a5-bd73d3035e54" providerId="ADAL" clId="{AFDDC753-158D-49FE-81DC-84630E49DB23}" dt="2026-01-11T07:18:47.954" v="22" actId="27636"/>
          <ac:spMkLst>
            <pc:docMk/>
            <pc:sldMk cId="4181563328" sldId="280"/>
            <ac:spMk id="3" creationId="{35F58202-BB96-16D5-C2E4-B1817DEF6BF5}"/>
          </ac:spMkLst>
        </pc:spChg>
      </pc:sldChg>
      <pc:sldChg chg="modSp add mod">
        <pc:chgData name="Elie-daat Adler" userId="e2cc2eb6-833b-438b-a8a5-bd73d3035e54" providerId="ADAL" clId="{AFDDC753-158D-49FE-81DC-84630E49DB23}" dt="2026-01-11T07:18:47.970" v="24" actId="27636"/>
        <pc:sldMkLst>
          <pc:docMk/>
          <pc:sldMk cId="2156029549" sldId="281"/>
        </pc:sldMkLst>
        <pc:spChg chg="mod">
          <ac:chgData name="Elie-daat Adler" userId="e2cc2eb6-833b-438b-a8a5-bd73d3035e54" providerId="ADAL" clId="{AFDDC753-158D-49FE-81DC-84630E49DB23}" dt="2026-01-11T07:18:47.970" v="24" actId="27636"/>
          <ac:spMkLst>
            <pc:docMk/>
            <pc:sldMk cId="2156029549" sldId="281"/>
            <ac:spMk id="2" creationId="{D8A3F1F1-17AC-64E2-6E8F-77F348A9BA4D}"/>
          </ac:spMkLst>
        </pc:spChg>
      </pc:sldChg>
      <pc:sldChg chg="modSp add mod">
        <pc:chgData name="Elie-daat Adler" userId="e2cc2eb6-833b-438b-a8a5-bd73d3035e54" providerId="ADAL" clId="{AFDDC753-158D-49FE-81DC-84630E49DB23}" dt="2026-01-11T07:17:05.079" v="2" actId="27636"/>
        <pc:sldMkLst>
          <pc:docMk/>
          <pc:sldMk cId="1758247465" sldId="282"/>
        </pc:sldMkLst>
        <pc:spChg chg="mod">
          <ac:chgData name="Elie-daat Adler" userId="e2cc2eb6-833b-438b-a8a5-bd73d3035e54" providerId="ADAL" clId="{AFDDC753-158D-49FE-81DC-84630E49DB23}" dt="2026-01-11T07:17:05.079" v="2" actId="27636"/>
          <ac:spMkLst>
            <pc:docMk/>
            <pc:sldMk cId="1758247465" sldId="282"/>
            <ac:spMk id="3" creationId="{0236D903-E737-C361-81DE-2476E4627EC7}"/>
          </ac:spMkLst>
        </pc:spChg>
      </pc:sldChg>
      <pc:sldChg chg="modSp mod">
        <pc:chgData name="Elie-daat Adler" userId="e2cc2eb6-833b-438b-a8a5-bd73d3035e54" providerId="ADAL" clId="{AFDDC753-158D-49FE-81DC-84630E49DB23}" dt="2026-01-11T07:18:31.673" v="18" actId="27636"/>
        <pc:sldMkLst>
          <pc:docMk/>
          <pc:sldMk cId="1758247465" sldId="282"/>
        </pc:sldMkLst>
        <pc:spChg chg="mod">
          <ac:chgData name="Elie-daat Adler" userId="e2cc2eb6-833b-438b-a8a5-bd73d3035e54" providerId="ADAL" clId="{AFDDC753-158D-49FE-81DC-84630E49DB23}" dt="2026-01-11T07:18:31.673" v="18" actId="27636"/>
          <ac:spMkLst>
            <pc:docMk/>
            <pc:sldMk cId="1758247465" sldId="282"/>
            <ac:spMk id="3" creationId="{0236D903-E737-C361-81DE-2476E4627EC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5FC84-9662-D50D-4097-8D1014D1E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5FFFC-0233-558E-B252-74A96A1A6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FEF48-4193-74F1-73B7-B184BB3BE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A06F-210C-47E3-B5AB-4692C5BBA351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72E7F-3A99-1B86-868D-9DFB5522D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F199D-BED9-8873-6F44-573715F43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5253B-0C1C-4B82-9A9A-BB29BE7ABC5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76822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2CF2C-87E8-F768-4C33-F9D561820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2F6A9-28E0-44EF-4549-1B88A1B7D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D005B-024A-BBFC-D808-ACD1DB679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A06F-210C-47E3-B5AB-4692C5BBA351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03E08-3439-B4AB-639A-20B99CA70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01031-1810-0398-481C-86DF2B940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5253B-0C1C-4B82-9A9A-BB29BE7ABC5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68104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A56BF-D3E9-450A-3E2A-6718CF3B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7480F-2B29-9D3B-3859-3B6535639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A8F76-4543-FB30-E46B-3FAA21814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A06F-210C-47E3-B5AB-4692C5BBA351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C3143-6F03-019E-529A-B8A7B820E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CEB44-F72C-76BF-7228-17D112448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5253B-0C1C-4B82-9A9A-BB29BE7ABC5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2308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1073-04C0-A8A3-A054-9D762901B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84AFE-CF6F-A899-25D9-4FE2FE6F7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148EC-68E8-6027-8438-59E3B53B8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18214-90A7-E827-9F08-38B0473D9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A06F-210C-47E3-B5AB-4692C5BBA351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69911-759A-8414-4530-B94847B3F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C8709-A959-BBBD-4663-F97D2D951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5253B-0C1C-4B82-9A9A-BB29BE7ABC5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61560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5DDAA-A480-11E0-44DA-F85FD9271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739A8-A2C9-9A0A-7259-370585EB0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079AA-2144-7635-4972-AA3CE3D177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F1D0A-5AC3-390C-0A9A-3D06558195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18FF99-E4DA-F5E4-16F8-597CBF3A88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897B49-2B36-4ACB-8511-69038ADBE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A06F-210C-47E3-B5AB-4692C5BBA351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21BFD7-AB60-7DD5-71D6-7E958BCC2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32351A-77E2-B50F-21CB-A1F83F11A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5253B-0C1C-4B82-9A9A-BB29BE7ABC5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52803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89B63-A10C-4A0D-5C9F-EF38B75B2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52B0A4-393B-6D86-937C-9346EB992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A06F-210C-47E3-B5AB-4692C5BBA351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A4E0BA-A2BE-A987-77D0-BABE95764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78DEEB-B4D4-90FB-84E1-9924009CC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5253B-0C1C-4B82-9A9A-BB29BE7ABC5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84270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B377DA-4C9B-CD05-CFB8-90E81C0A5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A06F-210C-47E3-B5AB-4692C5BBA351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E6EBC5-5B85-7C07-FDC4-9F4ED4E28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474D8-0276-8CF0-7D7A-EF8B7D23C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5253B-0C1C-4B82-9A9A-BB29BE7ABC5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37683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D8129-FBEB-692C-B438-0FBEC19E1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A9386-32DB-3567-E4C3-78509802E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956895-171B-CA07-822E-E4BF54817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72D3C7-A286-BF29-18FF-A0EC7BD5E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A06F-210C-47E3-B5AB-4692C5BBA351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E8698-A9C7-EA48-0A6F-340D8E8E6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AA622-E8E3-03C6-DD65-C5E1EC2C5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5253B-0C1C-4B82-9A9A-BB29BE7ABC5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89354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966B4-8D2A-BAC1-49F0-DBF4D81A2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A1A76F-8212-0F53-15C5-A705A7527A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7F37E-DE70-BEC0-C15C-9398775BE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0B269-0F6E-3F26-1A4A-CADF4BE36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A06F-210C-47E3-B5AB-4692C5BBA351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AAB02-CA1C-75C3-680D-C8BC74AF8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B2234-17F0-7983-38E7-C333C4C24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5253B-0C1C-4B82-9A9A-BB29BE7ABC5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57211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A8EB5-9B35-7138-5AC9-772417D4B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4DDCF8-B6D1-D653-A869-A889FB265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057F3-E3F1-C876-B2DD-CA4FEC797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A06F-210C-47E3-B5AB-4692C5BBA351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14F57-CDD0-4BAB-1C03-563D0244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5A598-43E6-4079-5E70-FD9DE8336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5253B-0C1C-4B82-9A9A-BB29BE7ABC5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85003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0544FA-0003-A592-8B6A-AE57DECC7F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1B0247-5B95-1B86-AE11-04A50DB3B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E5D33-565E-D636-3F54-18549F9AC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A06F-210C-47E3-B5AB-4692C5BBA351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89E21-A0E7-6904-D2F6-E280FC275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EF118-F601-375E-8B01-5BB9E8BED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5253B-0C1C-4B82-9A9A-BB29BE7ABC5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90957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E5FCC5-BCF6-45EA-0BA0-CB856CE7E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C63BE-3B91-1869-4020-E5AA4577D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750BC-B116-C5E5-2415-9F51649F0D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6A06F-210C-47E3-B5AB-4692C5BBA351}" type="datetimeFigureOut">
              <a:rPr lang="en-IL" smtClean="0"/>
              <a:t>11/01/2026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5FC8E-A362-B577-9F32-308AEDC6E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E585D-5E41-6D90-0670-274BBF396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C5253B-0C1C-4B82-9A9A-BB29BE7ABC5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8222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git@github.com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education.github.com/pack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eatures/copilot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eatures/codespaces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mailto:elidaatad@post.jce.ac.i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0F04F-8F39-D5DA-AE4C-EAD9EC5DD3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968195-BBA6-9001-37FB-F5072429FE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9700" y="782638"/>
            <a:ext cx="9017000" cy="1122362"/>
          </a:xfrm>
        </p:spPr>
        <p:txBody>
          <a:bodyPr>
            <a:noAutofit/>
          </a:bodyPr>
          <a:lstStyle/>
          <a:p>
            <a:r>
              <a:rPr lang="en-US" sz="6000" dirty="0"/>
              <a:t>GITHUB REPOSITORIES</a:t>
            </a:r>
          </a:p>
          <a:p>
            <a:r>
              <a:rPr lang="en-US" sz="6000" dirty="0"/>
              <a:t>And PROJECTS</a:t>
            </a:r>
            <a:endParaRPr lang="en-IL" sz="6000" dirty="0"/>
          </a:p>
        </p:txBody>
      </p:sp>
    </p:spTree>
    <p:extLst>
      <p:ext uri="{BB962C8B-B14F-4D97-AF65-F5344CB8AC3E}">
        <p14:creationId xmlns:p14="http://schemas.microsoft.com/office/powerpoint/2010/main" val="2059456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457E6-2C88-1202-051B-104899EF2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A430F-9315-9413-5554-35AF1CB05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453" y="1552073"/>
            <a:ext cx="10515600" cy="405259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Create a GITHUB User</a:t>
            </a:r>
          </a:p>
          <a:p>
            <a:r>
              <a:rPr lang="en-US" dirty="0"/>
              <a:t>Project Manager – create REPOSITORY</a:t>
            </a:r>
          </a:p>
          <a:p>
            <a:r>
              <a:rPr lang="en-US" dirty="0"/>
              <a:t>Project Manager – create PROJECT for REPOSITORY</a:t>
            </a:r>
          </a:p>
          <a:p>
            <a:r>
              <a:rPr lang="en-US" dirty="0"/>
              <a:t>Install Git </a:t>
            </a:r>
          </a:p>
          <a:p>
            <a:r>
              <a:rPr lang="en-US" dirty="0"/>
              <a:t>Git Config</a:t>
            </a:r>
          </a:p>
          <a:p>
            <a:r>
              <a:rPr lang="en-US" dirty="0"/>
              <a:t>VSCODE extensions for GITHUB and COPILOT</a:t>
            </a:r>
          </a:p>
          <a:p>
            <a:r>
              <a:rPr lang="en-US" dirty="0"/>
              <a:t>Attach you GITHUB Account to your VSCODE</a:t>
            </a:r>
          </a:p>
          <a:p>
            <a:r>
              <a:rPr lang="en-US" dirty="0"/>
              <a:t>GITHUB Education – get  COPILOT free</a:t>
            </a:r>
          </a:p>
          <a:p>
            <a:r>
              <a:rPr lang="en-US" dirty="0"/>
              <a:t>TEAM clones the PMs Repository</a:t>
            </a:r>
          </a:p>
          <a:p>
            <a:r>
              <a:rPr lang="en-US" dirty="0"/>
              <a:t>Issue, Assign, Branch,  Publish, Sync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140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1D0C7-856B-BA10-9BF8-494F09C5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</a:t>
            </a:r>
            <a:r>
              <a:rPr lang="en-US" dirty="0" err="1"/>
              <a:t>Github</a:t>
            </a:r>
            <a:r>
              <a:rPr lang="en-US" dirty="0"/>
              <a:t> User at GITHUB.COM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FFFFC-C40A-C660-F5C4-5C2E95F04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D6E4E7-AECB-3E73-431B-B86D66362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881" y="1690688"/>
            <a:ext cx="7657719" cy="521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056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3222F-98A7-439F-237B-2A690B346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Manager Open a Repository for the Project</a:t>
            </a:r>
            <a:br>
              <a:rPr lang="en-IL" dirty="0"/>
            </a:b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D9484-D04E-611C-21D6-490E73C77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2063"/>
            <a:ext cx="6124303" cy="4914900"/>
          </a:xfrm>
        </p:spPr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-apple-system"/>
              </a:rPr>
              <a:t>.</a:t>
            </a:r>
            <a:endParaRPr kumimoji="0" lang="en-IL" altLang="en-IL" sz="2800" b="0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IL" sz="28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In </a:t>
            </a:r>
            <a:r>
              <a:rPr kumimoji="0" lang="en-IL" altLang="en-IL" sz="28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the upper-</a:t>
            </a:r>
            <a:r>
              <a:rPr kumimoji="0" lang="en-IL" altLang="en-IL" sz="28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</a:rPr>
              <a:t>rightcorner</a:t>
            </a:r>
            <a:r>
              <a:rPr kumimoji="0" lang="en-IL" altLang="en-IL" sz="28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 of any page, select , then click </a:t>
            </a:r>
            <a:r>
              <a:rPr kumimoji="0" lang="en-IL" altLang="en-IL" sz="28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New repository</a:t>
            </a:r>
            <a:endParaRPr kumimoji="0" lang="en-US" altLang="en-IL" sz="2800" b="1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IL" sz="2800" dirty="0">
                <a:solidFill>
                  <a:srgbClr val="1F2328"/>
                </a:solidFill>
              </a:rPr>
              <a:t>In</a:t>
            </a:r>
            <a:r>
              <a:rPr kumimoji="0" lang="en-IL" altLang="en-IL" sz="28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 the "Repository name" box, type a name for your project. For example, type "my-first-project."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IL" altLang="en-IL" sz="28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In the "Description" box, type a short description. For example, type "This is my first project on GitHub."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IL" altLang="en-IL" sz="28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Select whether your repository will be </a:t>
            </a:r>
            <a:r>
              <a:rPr kumimoji="0" lang="en-IL" altLang="en-IL" sz="28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Public</a:t>
            </a:r>
            <a:r>
              <a:rPr kumimoji="0" lang="en-IL" altLang="en-IL" sz="28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 or </a:t>
            </a:r>
            <a:r>
              <a:rPr kumimoji="0" lang="en-IL" altLang="en-IL" sz="28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Private</a:t>
            </a:r>
            <a:r>
              <a:rPr kumimoji="0" lang="en-IL" altLang="en-IL" sz="28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. Select "Public" if you want others to be able to see your project.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IL" altLang="en-IL" sz="28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Select </a:t>
            </a:r>
            <a:r>
              <a:rPr kumimoji="0" lang="en-IL" altLang="en-IL" sz="28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Add a README file</a:t>
            </a:r>
            <a:r>
              <a:rPr kumimoji="0" lang="en-IL" altLang="en-IL" sz="28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. You will edit this file in a later step.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IL" altLang="en-IL" sz="28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Click </a:t>
            </a:r>
            <a:r>
              <a:rPr kumimoji="0" lang="en-IL" altLang="en-IL" sz="28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Create repository</a:t>
            </a:r>
            <a:r>
              <a:rPr kumimoji="0" lang="en-IL" altLang="en-IL" sz="28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.</a:t>
            </a:r>
            <a:endParaRPr kumimoji="0" lang="en-US" altLang="en-IL" sz="2800" b="0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IL" sz="28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Add source files (drag and drop/upload)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lang="en-US" altLang="en-IL" dirty="0">
                <a:solidFill>
                  <a:srgbClr val="1F2328"/>
                </a:solidFill>
              </a:rPr>
              <a:t>In Settings – Add Collaborators (</a:t>
            </a:r>
            <a:r>
              <a:rPr lang="en-US" altLang="en-IL" dirty="0" err="1">
                <a:solidFill>
                  <a:srgbClr val="1F2328"/>
                </a:solidFill>
              </a:rPr>
              <a:t>emailconfirmation</a:t>
            </a:r>
            <a:r>
              <a:rPr lang="en-US" altLang="en-IL" dirty="0">
                <a:solidFill>
                  <a:srgbClr val="1F2328"/>
                </a:solidFill>
              </a:rPr>
              <a:t> needed)</a:t>
            </a:r>
            <a:endParaRPr kumimoji="0" lang="en-IL" altLang="en-IL" sz="2800" b="0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altLang="en-I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L" dirty="0"/>
          </a:p>
        </p:txBody>
      </p:sp>
      <p:pic>
        <p:nvPicPr>
          <p:cNvPr id="3074" name="Picture 2" descr="Screenshot of a GitHub dropdown menu showing options to create new items. The menu item &quot;New repository&quot; is outlined in dark orange.">
            <a:extLst>
              <a:ext uri="{FF2B5EF4-FFF2-40B4-BE49-F238E27FC236}">
                <a16:creationId xmlns:a16="http://schemas.microsoft.com/office/drawing/2014/main" id="{7937E9F2-6B91-8171-9028-7DE730EDB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2503" y="1027906"/>
            <a:ext cx="5243864" cy="3696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284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92666-0CB9-B8E7-F5BB-E9E69CAC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manager – Open a Project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F1C3A-8CFB-CA14-5B70-CB7AB581A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 it a name and open board</a:t>
            </a:r>
          </a:p>
          <a:p>
            <a:r>
              <a:rPr lang="en-US" dirty="0"/>
              <a:t>Give access to Team members</a:t>
            </a:r>
          </a:p>
          <a:p>
            <a:endParaRPr lang="en-US" dirty="0"/>
          </a:p>
          <a:p>
            <a:r>
              <a:rPr lang="en-US" dirty="0"/>
              <a:t>Go back to the repository and link it to the Project</a:t>
            </a:r>
          </a:p>
          <a:p>
            <a:endParaRPr lang="en-US" dirty="0"/>
          </a:p>
          <a:p>
            <a:r>
              <a:rPr lang="en-US" dirty="0"/>
              <a:t>Issues are created in the repository</a:t>
            </a:r>
          </a:p>
          <a:p>
            <a:endParaRPr lang="en-US" dirty="0"/>
          </a:p>
          <a:p>
            <a:r>
              <a:rPr lang="en-US" dirty="0"/>
              <a:t>Issues are assigned and managed in the Project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582545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78D0E-6C84-5AC1-BE13-CCB9217C3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</a:t>
            </a:r>
            <a:br>
              <a:rPr lang="en-US" dirty="0"/>
            </a:br>
            <a:r>
              <a:rPr lang="en-US" dirty="0"/>
              <a:t> GIT</a:t>
            </a:r>
            <a:endParaRPr lang="en-IL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4862DB6-4E7A-12A6-1E4F-3AD0C537BB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9090" y="250840"/>
            <a:ext cx="8789510" cy="5926123"/>
          </a:xfrm>
        </p:spPr>
      </p:pic>
    </p:spTree>
    <p:extLst>
      <p:ext uri="{BB962C8B-B14F-4D97-AF65-F5344CB8AC3E}">
        <p14:creationId xmlns:p14="http://schemas.microsoft.com/office/powerpoint/2010/main" val="1149431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676A8-8FB6-8CAB-F673-5086AA67D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Settings git user/email for all repositories</a:t>
            </a:r>
            <a:endParaRPr lang="en-IL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F95211-6CC5-A3A1-5488-42C7E5C8A9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02688"/>
            <a:ext cx="8534965" cy="50167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altLang="en-I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IL" altLang="en-IL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Open Git Bash.</a:t>
            </a:r>
            <a:r>
              <a:rPr kumimoji="0" lang="en-US" altLang="en-IL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 (or terminal)</a:t>
            </a:r>
            <a:endParaRPr kumimoji="0" lang="en-IL" altLang="en-IL" b="0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IL" altLang="en-IL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Set a Git username</a:t>
            </a:r>
            <a:r>
              <a:rPr kumimoji="0" lang="en-US" altLang="en-IL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 and email: </a:t>
            </a:r>
            <a:endParaRPr kumimoji="0" lang="en-IL" altLang="en-IL" b="0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IL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   </a:t>
            </a:r>
            <a:r>
              <a:rPr kumimoji="0" lang="en-IL" altLang="en-IL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git config --global user.name "Mona Lisa" </a:t>
            </a:r>
            <a:endParaRPr kumimoji="0" lang="en-US" altLang="en-IL" b="0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IL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   </a:t>
            </a:r>
            <a:r>
              <a:rPr kumimoji="0" lang="en-IL" altLang="en-IL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git config --global user.</a:t>
            </a:r>
            <a:r>
              <a:rPr kumimoji="0" lang="en-US" altLang="en-IL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email</a:t>
            </a:r>
            <a:r>
              <a:rPr kumimoji="0" lang="en-IL" altLang="en-IL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 "Mona</a:t>
            </a:r>
            <a:r>
              <a:rPr kumimoji="0" lang="en-US" altLang="en-IL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Lisa@gmail.com</a:t>
            </a:r>
            <a:r>
              <a:rPr kumimoji="0" lang="en-IL" altLang="en-IL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altLang="en-IL" b="0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IL" altLang="en-IL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Confirm that you have set the Git username correctly: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IL" dirty="0">
                <a:solidFill>
                  <a:srgbClr val="1F2328"/>
                </a:solidFill>
              </a:rPr>
              <a:t>	</a:t>
            </a:r>
            <a:r>
              <a:rPr kumimoji="0" lang="en-IL" altLang="en-IL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git config </a:t>
            </a:r>
            <a:r>
              <a:rPr lang="en-US" altLang="en-IL" dirty="0">
                <a:solidFill>
                  <a:srgbClr val="1F2328"/>
                </a:solidFill>
              </a:rPr>
              <a:t>user.name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IL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	git config </a:t>
            </a:r>
            <a:r>
              <a:rPr kumimoji="0" lang="en-US" altLang="en-IL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</a:rPr>
              <a:t>user.email</a:t>
            </a:r>
            <a:endParaRPr kumimoji="0" lang="en-US" altLang="en-IL" b="0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IL" dirty="0">
              <a:solidFill>
                <a:srgbClr val="1F2328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IL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Restart </a:t>
            </a:r>
            <a:r>
              <a:rPr kumimoji="0" lang="en-US" altLang="en-IL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</a:rPr>
              <a:t>VSCode</a:t>
            </a:r>
            <a:r>
              <a:rPr kumimoji="0" lang="en-US" altLang="en-IL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</a:rPr>
              <a:t> to take effect</a:t>
            </a:r>
            <a:endParaRPr kumimoji="0" lang="en-IL" altLang="en-IL" b="0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398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129F5-83DE-0D97-E4F2-F25A92C53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an SSH to GITHUB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AF85C-A248-65DE-809B-85B9D3B32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Generate an SSH key on your computer</a:t>
            </a:r>
          </a:p>
          <a:p>
            <a:endParaRPr lang="de-DE" dirty="0"/>
          </a:p>
          <a:p>
            <a:r>
              <a:rPr lang="de-DE" dirty="0"/>
              <a:t>Copy the SSH key to GITHUB </a:t>
            </a:r>
          </a:p>
          <a:p>
            <a:pPr lvl="1"/>
            <a:r>
              <a:rPr lang="en-US"/>
              <a:t>Profile </a:t>
            </a:r>
            <a:r>
              <a:rPr lang="en-US" dirty="0"/>
              <a:t>→ Settings → SSH and GPG keys → New SSH key → paste and save.</a:t>
            </a:r>
          </a:p>
          <a:p>
            <a:endParaRPr lang="de-DE" dirty="0"/>
          </a:p>
          <a:p>
            <a:r>
              <a:rPr lang="de-DE" dirty="0"/>
              <a:t>To check the ssh key is set correctly</a:t>
            </a:r>
          </a:p>
          <a:p>
            <a:pPr marL="457200" lvl="1" indent="0">
              <a:buNone/>
            </a:pPr>
            <a:r>
              <a:rPr lang="de-DE" dirty="0"/>
              <a:t>$ ssh -T </a:t>
            </a:r>
            <a:r>
              <a:rPr lang="de-DE" dirty="0">
                <a:hlinkClick r:id="rId2"/>
              </a:rPr>
              <a:t>git@github.com</a:t>
            </a:r>
            <a:endParaRPr lang="de-DE" dirty="0"/>
          </a:p>
          <a:p>
            <a:pPr marL="457200" lvl="1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5072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476A1-F489-1D68-3B6F-8ED23C413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/Copilot Extensions in VSCODE</a:t>
            </a:r>
            <a:endParaRPr lang="en-I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D8C131-49A6-0FEF-3C1A-7BFA305474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5100" y="1560037"/>
            <a:ext cx="8361238" cy="5297963"/>
          </a:xfrm>
        </p:spPr>
      </p:pic>
    </p:spTree>
    <p:extLst>
      <p:ext uri="{BB962C8B-B14F-4D97-AF65-F5344CB8AC3E}">
        <p14:creationId xmlns:p14="http://schemas.microsoft.com/office/powerpoint/2010/main" val="3358229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BC494-5530-AA85-6DB3-BB18D0627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Attach VSCODE to GITHUB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42386-9D33-5612-1F3A-4E55175E0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Follow the instructions – This gives you all the necessary GIT actions and queries in VSCODE 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9364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93C88-8B17-0FD2-5A11-424F65436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GitHub AI Tools for 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B78EB-59ED-DCD3-6ABD-4D7A1EFC4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✅ Get Started</a:t>
            </a:r>
          </a:p>
          <a:p>
            <a:r>
              <a:rPr lang="en-US" dirty="0"/>
              <a:t>Join the GitHub Student Developer Pack:</a:t>
            </a:r>
            <a:br>
              <a:rPr lang="en-US" dirty="0"/>
            </a:br>
            <a:r>
              <a:rPr lang="en-US" u="sng" dirty="0">
                <a:hlinkClick r:id="rId2"/>
              </a:rPr>
              <a:t>education.github.com/pack</a:t>
            </a:r>
            <a:endParaRPr lang="en-US" dirty="0"/>
          </a:p>
          <a:p>
            <a:r>
              <a:rPr lang="en-US" dirty="0"/>
              <a:t>Gain access to Copilot, </a:t>
            </a:r>
            <a:r>
              <a:rPr lang="en-US" dirty="0" err="1"/>
              <a:t>Codespaces</a:t>
            </a:r>
            <a:r>
              <a:rPr lang="en-US" dirty="0"/>
              <a:t>, and more—for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FREE!</a:t>
            </a:r>
            <a:endParaRPr lang="en-US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63825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icrosoft Copilot Stock Illustrations – 32 Microsoft Copilot ...">
            <a:extLst>
              <a:ext uri="{FF2B5EF4-FFF2-40B4-BE49-F238E27FC236}">
                <a16:creationId xmlns:a16="http://schemas.microsoft.com/office/drawing/2014/main" id="{A6416FAE-5753-3A50-B554-3E2793CF6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7310" y="3293920"/>
            <a:ext cx="3564081" cy="3564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68193F-E9FD-4D98-1E69-F25850BA9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GitHub Copilot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75D72-F88D-47C8-A177-87D8C148E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AI-powered coding assistant that autocompletes code as you type.</a:t>
            </a:r>
          </a:p>
          <a:p>
            <a:r>
              <a:rPr lang="en-US" dirty="0"/>
              <a:t>Supports multiple programming languages with smart suggestions.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FREE</a:t>
            </a:r>
            <a:r>
              <a:rPr lang="en-US" dirty="0"/>
              <a:t> for students via the </a:t>
            </a:r>
            <a:r>
              <a:rPr lang="en-US" b="1" dirty="0"/>
              <a:t>Student Developer Pack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IL" dirty="0"/>
              <a:t>👉 </a:t>
            </a:r>
            <a:r>
              <a:rPr lang="en-US" b="1" dirty="0"/>
              <a:t>Setup</a:t>
            </a:r>
            <a:r>
              <a:rPr lang="en-US" dirty="0"/>
              <a:t>: </a:t>
            </a:r>
            <a:r>
              <a:rPr lang="en-US" u="sng" dirty="0">
                <a:hlinkClick r:id="rId3"/>
              </a:rPr>
              <a:t>github.com/features/copilot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56098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6D4BA-1CB8-EEC5-2DC9-28C89643D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533" b="1" dirty="0">
                <a:solidFill>
                  <a:srgbClr val="1F2328"/>
                </a:solidFill>
                <a:latin typeface="-apple-system"/>
              </a:rPr>
              <a:t>💬</a:t>
            </a:r>
            <a:r>
              <a:rPr lang="en-US" b="1" dirty="0">
                <a:solidFill>
                  <a:srgbClr val="1F2328"/>
                </a:solidFill>
                <a:latin typeface="-apple-system"/>
              </a:rPr>
              <a:t> GitHub Copilot Chat</a:t>
            </a:r>
            <a:br>
              <a:rPr lang="en-US" b="1" dirty="0">
                <a:solidFill>
                  <a:srgbClr val="1F2328"/>
                </a:solidFill>
                <a:latin typeface="-apple-system"/>
              </a:rPr>
            </a:b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BE9FA-1B01-419D-4FEF-DF841D70E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600"/>
              </a:spcAft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Ask coding questions and debug issues directly in your IDE.</a:t>
            </a:r>
          </a:p>
          <a:p>
            <a:pPr>
              <a:spcAft>
                <a:spcPts val="1600"/>
              </a:spcAft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Provides AI-powered explanations, code improvements, and optimizations.</a:t>
            </a:r>
          </a:p>
          <a:p>
            <a:pPr>
              <a:spcAft>
                <a:spcPts val="1600"/>
              </a:spcAft>
            </a:pPr>
            <a:r>
              <a:rPr lang="en-US" dirty="0">
                <a:solidFill>
                  <a:srgbClr val="1F2328"/>
                </a:solidFill>
                <a:latin typeface="-apple-system"/>
              </a:rPr>
              <a:t>Accessible with a Copilot subscription</a:t>
            </a:r>
          </a:p>
          <a:p>
            <a:pPr marL="914377" lvl="2" indent="0">
              <a:spcAft>
                <a:spcPts val="1600"/>
              </a:spcAft>
              <a:buNone/>
            </a:pP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marL="914377" lvl="2" indent="0">
              <a:spcAft>
                <a:spcPts val="1600"/>
              </a:spcAft>
              <a:buNone/>
            </a:pPr>
            <a:r>
              <a:rPr lang="en-US" sz="3200" dirty="0">
                <a:solidFill>
                  <a:srgbClr val="1F2328"/>
                </a:solidFill>
                <a:latin typeface="-apple-system"/>
              </a:rPr>
              <a:t> (FREE for students).</a:t>
            </a:r>
          </a:p>
          <a:p>
            <a:endParaRPr lang="en-IL" dirty="0"/>
          </a:p>
        </p:txBody>
      </p:sp>
      <p:pic>
        <p:nvPicPr>
          <p:cNvPr id="1026" name="Picture 2" descr="GitHub Copilot">
            <a:extLst>
              <a:ext uri="{FF2B5EF4-FFF2-40B4-BE49-F238E27FC236}">
                <a16:creationId xmlns:a16="http://schemas.microsoft.com/office/drawing/2014/main" id="{B2227700-EB45-6C45-6B44-335DC8FA7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685" y="3428999"/>
            <a:ext cx="2942253" cy="2942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414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298DE-53CB-A494-F6DB-A1BD5D50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L" b="1" dirty="0"/>
              <a:t>💻 </a:t>
            </a:r>
            <a:r>
              <a:rPr lang="en-US" b="1" dirty="0"/>
              <a:t>GitHub </a:t>
            </a:r>
            <a:r>
              <a:rPr lang="en-US" b="1" dirty="0" err="1"/>
              <a:t>Codespaces</a:t>
            </a:r>
            <a:r>
              <a:rPr lang="en-US" b="1" dirty="0"/>
              <a:t> + Copilot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58202-BB96-16D5-C2E4-B1817DEF6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Cloud-based development environment with instant setups.</a:t>
            </a:r>
          </a:p>
          <a:p>
            <a:r>
              <a:rPr lang="en-US" dirty="0"/>
              <a:t>Fully integrates GitHub Copilot for real-time code suggestions.</a:t>
            </a:r>
          </a:p>
          <a:p>
            <a:r>
              <a:rPr lang="en-US" dirty="0"/>
              <a:t>Saves time—no local setup required,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								FREE</a:t>
            </a:r>
            <a:r>
              <a:rPr lang="en-US" dirty="0"/>
              <a:t> for students.</a:t>
            </a:r>
          </a:p>
          <a:p>
            <a:br>
              <a:rPr lang="en-US" dirty="0"/>
            </a:br>
            <a:r>
              <a:rPr lang="en-IL" dirty="0"/>
              <a:t>👉 </a:t>
            </a:r>
            <a:r>
              <a:rPr lang="en-US" b="1" dirty="0"/>
              <a:t>Learn More</a:t>
            </a:r>
            <a:r>
              <a:rPr lang="en-US" dirty="0"/>
              <a:t>: </a:t>
            </a:r>
            <a:r>
              <a:rPr lang="en-US" u="sng" dirty="0">
                <a:hlinkClick r:id="rId2"/>
              </a:rPr>
              <a:t>github.com/features/</a:t>
            </a:r>
            <a:r>
              <a:rPr lang="en-US" u="sng" dirty="0" err="1">
                <a:hlinkClick r:id="rId2"/>
              </a:rPr>
              <a:t>codespaces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181563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3F1F1-17AC-64E2-6E8F-77F348A9B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🔒 </a:t>
            </a:r>
            <a:r>
              <a:rPr lang="en-US" b="1" dirty="0" err="1"/>
              <a:t>Dependabot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1FCB3-4E1D-FD49-59BB-822E3A107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Automates dependency updates and security fixes in your repositories.</a:t>
            </a:r>
          </a:p>
          <a:p>
            <a:r>
              <a:rPr lang="en-US" dirty="0"/>
              <a:t>Keeps projects secure by scanning for vulnerabilities automatically.</a:t>
            </a:r>
          </a:p>
          <a:p>
            <a:r>
              <a:rPr lang="en-US" dirty="0"/>
              <a:t>Enabled by default for all GitHub repositories.</a:t>
            </a:r>
          </a:p>
          <a:p>
            <a:pPr marL="0" indent="0">
              <a:buNone/>
            </a:pPr>
            <a:br>
              <a:rPr lang="en-US" dirty="0"/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56029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88C3E-1B66-1B4C-A939-0F47F351E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CoPilot Pro for Students – Free!</a:t>
            </a:r>
            <a:endParaRPr lang="en-I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A16017-7CE5-86C5-21A1-CE5DCBB015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7300"/>
            <a:ext cx="9876521" cy="5867665"/>
          </a:xfrm>
        </p:spPr>
      </p:pic>
    </p:spTree>
    <p:extLst>
      <p:ext uri="{BB962C8B-B14F-4D97-AF65-F5344CB8AC3E}">
        <p14:creationId xmlns:p14="http://schemas.microsoft.com/office/powerpoint/2010/main" val="4029441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64459-6A20-91BC-F7E7-C9CC8C3A7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89411-3CF5-E4A9-E4B9-3254F33E5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Issue (PM)</a:t>
            </a:r>
          </a:p>
          <a:p>
            <a:r>
              <a:rPr lang="en-US" sz="3200" dirty="0"/>
              <a:t>Assign(PM)</a:t>
            </a:r>
          </a:p>
          <a:p>
            <a:r>
              <a:rPr lang="en-US" sz="3200" dirty="0"/>
              <a:t>Branch,  </a:t>
            </a:r>
          </a:p>
          <a:p>
            <a:r>
              <a:rPr lang="en-US" sz="3200" dirty="0"/>
              <a:t>Changes,</a:t>
            </a:r>
          </a:p>
          <a:p>
            <a:r>
              <a:rPr lang="en-US" sz="3200" dirty="0"/>
              <a:t>Publish (Or  pull-request and review)</a:t>
            </a:r>
          </a:p>
          <a:p>
            <a:r>
              <a:rPr lang="en-US" sz="3200" dirty="0"/>
              <a:t>Sync</a:t>
            </a:r>
          </a:p>
          <a:p>
            <a:pPr marL="0" indent="0">
              <a:buNone/>
            </a:pPr>
            <a:endParaRPr lang="en-US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09720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E9413-0DC8-2F8C-4772-A1A85CB9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Nice to Meet You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6D903-E737-C361-81DE-2476E4627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Eliedaat Adler  - </a:t>
            </a:r>
            <a:r>
              <a:rPr lang="en-US" dirty="0">
                <a:hlinkClick r:id="rId2"/>
              </a:rPr>
              <a:t>elidaatad@post.jce.ac.il</a:t>
            </a:r>
            <a:endParaRPr lang="en-US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he-IL" dirty="0"/>
              <a:t>הנדסת תוכנה בשירות הקהילה</a:t>
            </a:r>
            <a:r>
              <a:rPr lang="en-US" dirty="0"/>
              <a:t> – </a:t>
            </a:r>
            <a:r>
              <a:rPr lang="he-IL" dirty="0"/>
              <a:t>שנה הרביעית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30 Years Software Programming  - Oracle, NDS, Cisco</a:t>
            </a:r>
          </a:p>
          <a:p>
            <a:r>
              <a:rPr lang="en-US" dirty="0"/>
              <a:t>Data Specialist but also embedded, IOT, Analytics</a:t>
            </a:r>
          </a:p>
          <a:p>
            <a:r>
              <a:rPr lang="en-US" dirty="0"/>
              <a:t>8 Years </a:t>
            </a:r>
            <a:r>
              <a:rPr lang="he-IL" dirty="0"/>
              <a:t>ההייטק החברתי</a:t>
            </a:r>
          </a:p>
          <a:p>
            <a:r>
              <a:rPr lang="en-US" dirty="0"/>
              <a:t>Mentor Student Project and Early Startups</a:t>
            </a:r>
          </a:p>
        </p:txBody>
      </p:sp>
    </p:spTree>
    <p:extLst>
      <p:ext uri="{BB962C8B-B14F-4D97-AF65-F5344CB8AC3E}">
        <p14:creationId xmlns:p14="http://schemas.microsoft.com/office/powerpoint/2010/main" val="1758247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690</Words>
  <Application>Microsoft Office PowerPoint</Application>
  <PresentationFormat>Widescreen</PresentationFormat>
  <Paragraphs>106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-apple-system</vt:lpstr>
      <vt:lpstr>Aptos</vt:lpstr>
      <vt:lpstr>Aptos Display</vt:lpstr>
      <vt:lpstr>Arial</vt:lpstr>
      <vt:lpstr>Office Theme</vt:lpstr>
      <vt:lpstr>Getting Started</vt:lpstr>
      <vt:lpstr>Topics</vt:lpstr>
      <vt:lpstr>Create a Github User at GITHUB.COM</vt:lpstr>
      <vt:lpstr>Project Manager Open a Repository for the Project </vt:lpstr>
      <vt:lpstr>Project manager – Open a Project </vt:lpstr>
      <vt:lpstr>Install  GIT</vt:lpstr>
      <vt:lpstr>Settings git user/email for all repositories</vt:lpstr>
      <vt:lpstr>Adding an SSH to GITHUB</vt:lpstr>
      <vt:lpstr>Github/Copilot Extensions in VSCODE</vt:lpstr>
      <vt:lpstr>Attach VSCODE to GITHUB</vt:lpstr>
      <vt:lpstr>GitHub AI Tools for Students</vt:lpstr>
      <vt:lpstr>GitHub Copilot </vt:lpstr>
      <vt:lpstr>💬 GitHub Copilot Chat </vt:lpstr>
      <vt:lpstr>💻 GitHub Codespaces + Copilot </vt:lpstr>
      <vt:lpstr>🔒 Dependabot </vt:lpstr>
      <vt:lpstr>Get CoPilot Pro for Students – Free!</vt:lpstr>
      <vt:lpstr>Demo</vt:lpstr>
      <vt:lpstr>Nice to Meet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Eliedaat Adler</dc:creator>
  <cp:lastModifiedBy>Eliedaat Adler</cp:lastModifiedBy>
  <cp:revision>3</cp:revision>
  <dcterms:created xsi:type="dcterms:W3CDTF">2025-01-25T19:15:00Z</dcterms:created>
  <dcterms:modified xsi:type="dcterms:W3CDTF">2026-01-11T07:19:17Z</dcterms:modified>
</cp:coreProperties>
</file>