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41AC26-99BD-4398-93B2-D2446704F5ED}" v="5" dt="2026-01-11T04:46:36.309"/>
    <p1510:client id="{548158AD-3D6F-B043-714B-DF39410CC634}" v="1" dt="2026-01-11T12:43:34.377"/>
    <p1510:client id="{57D75596-5798-9A6D-1C86-53602933640B}" v="12" dt="2026-01-11T08:00:39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a Carniel" userId="S::noaca@post.jce.ac.il::3e46ec3d-bc4f-4e31-a148-42205b4e7cb2" providerId="AD" clId="Web-{57D75596-5798-9A6D-1C86-53602933640B}"/>
    <pc:docChg chg="modSld">
      <pc:chgData name="Noa Carniel" userId="S::noaca@post.jce.ac.il::3e46ec3d-bc4f-4e31-a148-42205b4e7cb2" providerId="AD" clId="Web-{57D75596-5798-9A6D-1C86-53602933640B}" dt="2026-01-11T08:00:39.749" v="11" actId="20577"/>
      <pc:docMkLst>
        <pc:docMk/>
      </pc:docMkLst>
      <pc:sldChg chg="modSp">
        <pc:chgData name="Noa Carniel" userId="S::noaca@post.jce.ac.il::3e46ec3d-bc4f-4e31-a148-42205b4e7cb2" providerId="AD" clId="Web-{57D75596-5798-9A6D-1C86-53602933640B}" dt="2026-01-11T08:00:39.749" v="11" actId="20577"/>
        <pc:sldMkLst>
          <pc:docMk/>
          <pc:sldMk cId="0" sldId="274"/>
        </pc:sldMkLst>
        <pc:spChg chg="mod">
          <ac:chgData name="Noa Carniel" userId="S::noaca@post.jce.ac.il::3e46ec3d-bc4f-4e31-a148-42205b4e7cb2" providerId="AD" clId="Web-{57D75596-5798-9A6D-1C86-53602933640B}" dt="2026-01-11T08:00:39.749" v="11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  <pc:docChgLst>
    <pc:chgData name="Noa Carniel" userId="S::noaca@post.jce.ac.il::3e46ec3d-bc4f-4e31-a148-42205b4e7cb2" providerId="AD" clId="Web-{548158AD-3D6F-B043-714B-DF39410CC634}"/>
    <pc:docChg chg="modSld">
      <pc:chgData name="Noa Carniel" userId="S::noaca@post.jce.ac.il::3e46ec3d-bc4f-4e31-a148-42205b4e7cb2" providerId="AD" clId="Web-{548158AD-3D6F-B043-714B-DF39410CC634}" dt="2026-01-11T12:43:34.377" v="0"/>
      <pc:docMkLst>
        <pc:docMk/>
      </pc:docMkLst>
      <pc:sldChg chg="delSp">
        <pc:chgData name="Noa Carniel" userId="S::noaca@post.jce.ac.il::3e46ec3d-bc4f-4e31-a148-42205b4e7cb2" providerId="AD" clId="Web-{548158AD-3D6F-B043-714B-DF39410CC634}" dt="2026-01-11T12:43:34.377" v="0"/>
        <pc:sldMkLst>
          <pc:docMk/>
          <pc:sldMk cId="0" sldId="270"/>
        </pc:sldMkLst>
        <pc:picChg chg="del">
          <ac:chgData name="Noa Carniel" userId="S::noaca@post.jce.ac.il::3e46ec3d-bc4f-4e31-a148-42205b4e7cb2" providerId="AD" clId="Web-{548158AD-3D6F-B043-714B-DF39410CC634}" dt="2026-01-11T12:43:34.377" v="0"/>
          <ac:picMkLst>
            <pc:docMk/>
            <pc:sldMk cId="0" sldId="270"/>
            <ac:picMk id="5" creationId="{4717D5BB-860B-BA1A-B053-8B869999B2B7}"/>
          </ac:picMkLst>
        </pc:picChg>
      </pc:sldChg>
    </pc:docChg>
  </pc:docChgLst>
  <pc:docChgLst>
    <pc:chgData name="Elie-daat Adler" userId="e2cc2eb6-833b-438b-a8a5-bd73d3035e54" providerId="ADAL" clId="{AFDDC753-158D-49FE-81DC-84630E49DB23}"/>
    <pc:docChg chg="custSel modSld">
      <pc:chgData name="Elie-daat Adler" userId="e2cc2eb6-833b-438b-a8a5-bd73d3035e54" providerId="ADAL" clId="{AFDDC753-158D-49FE-81DC-84630E49DB23}" dt="2026-01-11T04:46:45.616" v="215" actId="14100"/>
      <pc:docMkLst>
        <pc:docMk/>
      </pc:docMkLst>
      <pc:sldChg chg="addSp modSp mod">
        <pc:chgData name="Elie-daat Adler" userId="e2cc2eb6-833b-438b-a8a5-bd73d3035e54" providerId="ADAL" clId="{AFDDC753-158D-49FE-81DC-84630E49DB23}" dt="2026-01-11T04:46:09.904" v="209" actId="1076"/>
        <pc:sldMkLst>
          <pc:docMk/>
          <pc:sldMk cId="0" sldId="270"/>
        </pc:sldMkLst>
        <pc:spChg chg="mod">
          <ac:chgData name="Elie-daat Adler" userId="e2cc2eb6-833b-438b-a8a5-bd73d3035e54" providerId="ADAL" clId="{AFDDC753-158D-49FE-81DC-84630E49DB23}" dt="2026-01-11T04:36:26.397" v="205" actId="20577"/>
          <ac:spMkLst>
            <pc:docMk/>
            <pc:sldMk cId="0" sldId="270"/>
            <ac:spMk id="3" creationId="{00000000-0000-0000-0000-000000000000}"/>
          </ac:spMkLst>
        </pc:spChg>
        <pc:picChg chg="add mod">
          <ac:chgData name="Elie-daat Adler" userId="e2cc2eb6-833b-438b-a8a5-bd73d3035e54" providerId="ADAL" clId="{AFDDC753-158D-49FE-81DC-84630E49DB23}" dt="2026-01-11T04:46:09.904" v="209" actId="1076"/>
          <ac:picMkLst>
            <pc:docMk/>
            <pc:sldMk cId="0" sldId="270"/>
            <ac:picMk id="5" creationId="{4717D5BB-860B-BA1A-B053-8B869999B2B7}"/>
          </ac:picMkLst>
        </pc:picChg>
      </pc:sldChg>
      <pc:sldChg chg="addSp modSp mod">
        <pc:chgData name="Elie-daat Adler" userId="e2cc2eb6-833b-438b-a8a5-bd73d3035e54" providerId="ADAL" clId="{AFDDC753-158D-49FE-81DC-84630E49DB23}" dt="2026-01-11T04:46:24.542" v="212" actId="1076"/>
        <pc:sldMkLst>
          <pc:docMk/>
          <pc:sldMk cId="0" sldId="271"/>
        </pc:sldMkLst>
        <pc:picChg chg="add mod">
          <ac:chgData name="Elie-daat Adler" userId="e2cc2eb6-833b-438b-a8a5-bd73d3035e54" providerId="ADAL" clId="{AFDDC753-158D-49FE-81DC-84630E49DB23}" dt="2026-01-11T04:46:24.542" v="212" actId="1076"/>
          <ac:picMkLst>
            <pc:docMk/>
            <pc:sldMk cId="0" sldId="271"/>
            <ac:picMk id="4" creationId="{D91CFA2F-9DF2-B231-4020-73ED1C95547F}"/>
          </ac:picMkLst>
        </pc:picChg>
      </pc:sldChg>
      <pc:sldChg chg="addSp modSp mod">
        <pc:chgData name="Elie-daat Adler" userId="e2cc2eb6-833b-438b-a8a5-bd73d3035e54" providerId="ADAL" clId="{AFDDC753-158D-49FE-81DC-84630E49DB23}" dt="2026-01-11T04:46:45.616" v="215" actId="14100"/>
        <pc:sldMkLst>
          <pc:docMk/>
          <pc:sldMk cId="0" sldId="275"/>
        </pc:sldMkLst>
        <pc:picChg chg="add mod">
          <ac:chgData name="Elie-daat Adler" userId="e2cc2eb6-833b-438b-a8a5-bd73d3035e54" providerId="ADAL" clId="{AFDDC753-158D-49FE-81DC-84630E49DB23}" dt="2026-01-11T04:46:45.616" v="215" actId="14100"/>
          <ac:picMkLst>
            <pc:docMk/>
            <pc:sldMk cId="0" sldId="275"/>
            <ac:picMk id="4" creationId="{004D54F8-BBB1-8CD1-F2FE-A970ED61BA6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7332-5E8C-1D48-BD31-03DF05C7F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165C0A-4BC8-E434-D8FB-BDC8B7A7A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36A1A-E882-5043-0CC0-EEE003742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EF1F-5DDD-4957-9352-144CD3C704B0}" type="datetimeFigureOut">
              <a:rPr lang="en-IL" smtClean="0"/>
              <a:t>01/11/2026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59FBA-D98E-26CB-76F9-A2B91836E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0FF47-3FC8-6ACD-92A8-C75FB8E5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33AA-19F6-4620-8146-A882CCC61E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430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52E31-83CA-449A-123C-B329C043B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69ED9-F6C2-BE7C-17B7-F72F0B255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01027-A98D-97C2-BE44-456D7E4C1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EF1F-5DDD-4957-9352-144CD3C704B0}" type="datetimeFigureOut">
              <a:rPr lang="en-IL" smtClean="0"/>
              <a:t>01/11/2026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2AB5E-3BC4-D627-299F-E749A9F56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43768-9568-CE6F-2366-2515ACA49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33AA-19F6-4620-8146-A882CCC61E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264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49EEA-6F75-C91A-6FA6-900438130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09706-5477-3A55-35A8-61679706E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19402-FE2F-A6FE-11E0-16E3197AD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EF1F-5DDD-4957-9352-144CD3C704B0}" type="datetimeFigureOut">
              <a:rPr lang="en-IL" smtClean="0"/>
              <a:t>01/11/2026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15DA2-89E7-6F63-E42F-50DA3E0F5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1AC2B-33D0-B6B3-0F9E-8E8489AEA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33AA-19F6-4620-8146-A882CCC61E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50412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FC338-482F-4B51-8FFE-1A1433212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AC7EF-4EF3-121C-A6D3-C691598D15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B85A0-7EA5-559E-A6A0-10BFB4F76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2A9D-52F6-6C09-97D1-10F3E561A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EF1F-5DDD-4957-9352-144CD3C704B0}" type="datetimeFigureOut">
              <a:rPr lang="en-IL" smtClean="0"/>
              <a:t>01/11/2026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2AE8B-993B-DF75-E2D5-12CA9B55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20BB2-4274-D73E-8544-68BC1F7C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33AA-19F6-4620-8146-A882CCC61E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2156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AC25-F003-F825-7962-3D1338F95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85ABD-7EE8-362D-97AF-A3CF5D9AE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E6A0B-1C03-7185-6831-05B6806ED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3E5D63-7383-FE84-581E-FCA535DD3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7E173-4EF7-9A8A-99EF-02704CB7F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321743-607B-DC5A-F375-CE2347D1A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EF1F-5DDD-4957-9352-144CD3C704B0}" type="datetimeFigureOut">
              <a:rPr lang="en-IL" smtClean="0"/>
              <a:t>01/11/2026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9E335A-AD55-B2B4-F188-B8C691F5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45AF48-ACAA-8DB7-10D4-021DC7378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33AA-19F6-4620-8146-A882CCC61E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05374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9D6DE-9921-35F8-4835-8D982123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DBEEFA-B459-9EC5-E1B7-6EF78EE53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EF1F-5DDD-4957-9352-144CD3C704B0}" type="datetimeFigureOut">
              <a:rPr lang="en-IL" smtClean="0"/>
              <a:t>01/11/2026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A3CC9-D19B-7964-409F-4650750BB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6DA434-7007-D463-7FC5-F3763E9A9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33AA-19F6-4620-8146-A882CCC61E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9700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1A8519-E689-4028-FB0F-0F92D3C53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EF1F-5DDD-4957-9352-144CD3C704B0}" type="datetimeFigureOut">
              <a:rPr lang="en-IL" smtClean="0"/>
              <a:t>01/11/2026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CF5A4B-0299-9ED7-C886-A2793ABAC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AC8E1-39F4-E3E8-F8DE-6231BB34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33AA-19F6-4620-8146-A882CCC61E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4120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53081-FBCB-9DC7-C9A4-DD0CE6468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D9E43-40A5-17D2-DC1E-74BB969D9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9A515-0875-16AC-249C-849576B74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42868-23BB-95E2-777C-1B595D878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EF1F-5DDD-4957-9352-144CD3C704B0}" type="datetimeFigureOut">
              <a:rPr lang="en-IL" smtClean="0"/>
              <a:t>01/11/2026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8AD17-E457-1081-9F6E-60856E491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AA518-A9E2-6339-6EE1-7815DADF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33AA-19F6-4620-8146-A882CCC61E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34003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97E9E-9074-E10C-789C-37595FDDB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36C9F8-E438-EB30-1D61-A624C7086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E89A5-C9F0-FBA5-8910-A551B6C78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49E16-2D0F-12EA-FD65-3130F750E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EF1F-5DDD-4957-9352-144CD3C704B0}" type="datetimeFigureOut">
              <a:rPr lang="en-IL" smtClean="0"/>
              <a:t>01/11/2026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1BF96-F6C6-A326-0280-4C57431B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2FFFA-1C75-3641-460E-A4B92534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33AA-19F6-4620-8146-A882CCC61E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33490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014A6-D666-10C7-D970-655CE6E43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8FA76F-1FC3-3E26-21FD-4EE7C4A2A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42B86-A085-BA11-11D2-9523AAB21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EF1F-5DDD-4957-9352-144CD3C704B0}" type="datetimeFigureOut">
              <a:rPr lang="en-IL" smtClean="0"/>
              <a:t>01/11/2026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9F5D6-8BC7-CC01-1F23-04CF3B6BE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811BA-A2C3-3B38-95A8-5FEBF332E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33AA-19F6-4620-8146-A882CCC61E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4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343A35-555F-5BE9-26A6-4145037202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55236-A808-8248-B02E-23DD37A09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BE894-C678-6FC1-9C08-531117125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7EF1F-5DDD-4957-9352-144CD3C704B0}" type="datetimeFigureOut">
              <a:rPr lang="en-IL" smtClean="0"/>
              <a:t>01/11/2026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B330D-D255-E266-3E05-40969931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634B5-E52E-CA96-DB0E-A9B76F0CC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133AA-19F6-4620-8146-A882CCC61E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8524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576C18-5C97-E725-112E-446491FE5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574A5-0F41-F41A-1189-4482B2AF2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EE9F9-74B0-ADB8-3742-4CA330B30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7EF1F-5DDD-4957-9352-144CD3C704B0}" type="datetimeFigureOut">
              <a:rPr lang="en-IL" smtClean="0"/>
              <a:t>01/11/2026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53C94-1DC3-EF7B-5555-DF4D77890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9AF2E-F412-FB96-B8A5-98CFF9E2F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133AA-19F6-4620-8146-A882CCC61EE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9951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bit.ly/3NaGwt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lassroom.github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DF29-BCB2-7F18-1DA3-BFC22319C3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Kehila Assignment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A33AB7-1FDC-CC79-EC64-17E51BEF5C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Initializing the Projects</a:t>
            </a:r>
            <a:endParaRPr lang="en-IL" sz="6000" dirty="0"/>
          </a:p>
        </p:txBody>
      </p:sp>
    </p:spTree>
    <p:extLst>
      <p:ext uri="{BB962C8B-B14F-4D97-AF65-F5344CB8AC3E}">
        <p14:creationId xmlns:p14="http://schemas.microsoft.com/office/powerpoint/2010/main" val="11309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FBAE-7781-9A11-C3DE-FCA6D8B7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Today’s Hands-On Outcome FOR GRADING!!!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473" y="1333501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By the end of this session: </a:t>
            </a:r>
            <a:endParaRPr lang="en-US" dirty="0"/>
          </a:p>
          <a:p>
            <a:pPr marL="0" indent="0">
              <a:buNone/>
            </a:pPr>
            <a:r>
              <a:rPr dirty="0"/>
              <a:t>- Repository created </a:t>
            </a:r>
            <a:endParaRPr lang="en-US" dirty="0"/>
          </a:p>
          <a:p>
            <a:pPr marL="0" indent="0">
              <a:buNone/>
            </a:pPr>
            <a:r>
              <a:rPr dirty="0"/>
              <a:t>- Team </a:t>
            </a:r>
            <a:r>
              <a:rPr lang="en-US" dirty="0"/>
              <a:t>created with correct name &lt;project&gt;-&lt;team#&gt;</a:t>
            </a:r>
          </a:p>
          <a:p>
            <a:pPr marL="0" indent="0">
              <a:buNone/>
            </a:pPr>
            <a:r>
              <a:rPr lang="en-US" dirty="0"/>
              <a:t>- Team names added to ./README.md</a:t>
            </a:r>
          </a:p>
          <a:p>
            <a:pPr marL="0" indent="0">
              <a:buNone/>
            </a:pPr>
            <a:r>
              <a:rPr dirty="0"/>
              <a:t>- Wiki initialized </a:t>
            </a:r>
            <a:r>
              <a:rPr lang="en-US" dirty="0"/>
              <a:t>with provided templates</a:t>
            </a:r>
          </a:p>
          <a:p>
            <a:pPr marL="0" indent="0">
              <a:buNone/>
            </a:pPr>
            <a:r>
              <a:rPr dirty="0"/>
              <a:t>- Project board created </a:t>
            </a:r>
            <a:endParaRPr lang="en-US" dirty="0"/>
          </a:p>
          <a:p>
            <a:pPr marL="0" indent="0">
              <a:buNone/>
            </a:pPr>
            <a:r>
              <a:rPr dirty="0"/>
              <a:t>- First Issue</a:t>
            </a:r>
            <a:r>
              <a:rPr lang="en-US" dirty="0"/>
              <a:t>s</a:t>
            </a:r>
            <a:r>
              <a:rPr dirty="0"/>
              <a:t> added</a:t>
            </a:r>
            <a:r>
              <a:rPr lang="en-US" dirty="0"/>
              <a:t> to Project Board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D58DC-51C4-DD62-2DB2-3CF98376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Repository Naming Convention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Assignment Invite link: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http://bit.ly/3NaGwtX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(or https://classroom.github.com/a/Dve_Qpy-)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Team name format: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projectname</a:t>
            </a:r>
            <a:r>
              <a:rPr lang="en-US" dirty="0"/>
              <a:t>&gt;-&lt;team#&gt;    (example: HaTzalah-team4)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Mandatory </a:t>
            </a:r>
            <a:r>
              <a:rPr lang="en-US" dirty="0"/>
              <a:t>Repository name </a:t>
            </a:r>
            <a:r>
              <a:rPr dirty="0"/>
              <a:t>format:</a:t>
            </a:r>
          </a:p>
          <a:p>
            <a:pPr marL="0" indent="0">
              <a:buNone/>
            </a:pPr>
            <a:r>
              <a:rPr lang="en-US" dirty="0"/>
              <a:t>kehila2026</a:t>
            </a:r>
            <a:r>
              <a:rPr dirty="0"/>
              <a:t>-</a:t>
            </a:r>
            <a:r>
              <a:rPr lang="en-US" dirty="0"/>
              <a:t>&lt;</a:t>
            </a:r>
            <a:r>
              <a:rPr lang="en-US" dirty="0" err="1"/>
              <a:t>projectname</a:t>
            </a:r>
            <a:r>
              <a:rPr lang="en-US" dirty="0"/>
              <a:t>&gt;-&lt;team#&gt;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Example: </a:t>
            </a:r>
            <a:r>
              <a:rPr lang="en-US" dirty="0"/>
              <a:t>jce26</a:t>
            </a:r>
            <a:r>
              <a:rPr dirty="0"/>
              <a:t>-foodbank-team3</a:t>
            </a:r>
          </a:p>
          <a:p>
            <a:pPr marL="0" indent="0">
              <a:buNone/>
            </a:pPr>
            <a:r>
              <a:rPr dirty="0"/>
              <a:t>No exceptions.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3CE7-03F7-6F3F-0167-61B564035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Leader Setup</a:t>
            </a: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Leaders</a:t>
            </a:r>
            <a:r>
              <a:rPr dirty="0"/>
              <a:t> will now: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1. Go to your classroom:</a:t>
            </a:r>
          </a:p>
          <a:p>
            <a:pPr marL="0" indent="0">
              <a:buNone/>
            </a:pPr>
            <a:r>
              <a:rPr lang="en-US" dirty="0"/>
              <a:t>  </a:t>
            </a:r>
            <a:r>
              <a:rPr lang="en-US" u="sng" dirty="0">
                <a:hlinkClick r:id="rId2"/>
              </a:rPr>
              <a:t>https://classroom.github.com</a:t>
            </a:r>
            <a:r>
              <a:rPr lang="en-US" u="sng" dirty="0"/>
              <a:t> – jce-kehila-2026</a:t>
            </a:r>
          </a:p>
          <a:p>
            <a:pPr marL="0" indent="0">
              <a:buNone/>
            </a:pPr>
            <a:r>
              <a:rPr lang="en-US" dirty="0"/>
              <a:t>(Note: if you don’t see it, accept email invitation)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dirty="0"/>
              <a:t>2. Leader: Accept assignment “kehila2026”</a:t>
            </a:r>
          </a:p>
          <a:p>
            <a:pPr marL="0" indent="0">
              <a:buNone/>
            </a:pPr>
            <a:r>
              <a:rPr lang="en-US" dirty="0"/>
              <a:t>3. Leader: Create your team with &lt;project&gt;-&lt;number&gt;</a:t>
            </a:r>
          </a:p>
          <a:p>
            <a:pPr marL="0" indent="0">
              <a:buNone/>
            </a:pPr>
            <a:r>
              <a:rPr lang="en-US" sz="2667" dirty="0"/>
              <a:t>	Other Members – choose your team from the drop-down menu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1CFA2F-9DF2-B231-4020-73ED1C955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320" y="457200"/>
            <a:ext cx="29718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8999-2DC1-7B9D-72FB-2B5E1686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Setup – For Entire Team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Issue title: “Project setup and documentation initialization”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- </a:t>
            </a:r>
            <a:r>
              <a:rPr lang="en-US" dirty="0"/>
              <a:t>Check the default folder structure </a:t>
            </a:r>
          </a:p>
          <a:p>
            <a:pPr marL="0" indent="0">
              <a:buNone/>
            </a:pPr>
            <a:r>
              <a:rPr dirty="0"/>
              <a:t>- Fill Wiki </a:t>
            </a:r>
            <a:r>
              <a:rPr lang="en-US" dirty="0"/>
              <a:t>template – use ./docs/</a:t>
            </a:r>
            <a:r>
              <a:rPr lang="en-US" dirty="0" err="1"/>
              <a:t>wiki_template</a:t>
            </a:r>
            <a:r>
              <a:rPr lang="en-US" dirty="0"/>
              <a:t>/…..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lang="en-US" dirty="0"/>
              <a:t>Each member -&gt; creates a branch </a:t>
            </a:r>
            <a:r>
              <a:rPr dirty="0"/>
              <a:t> </a:t>
            </a:r>
            <a:r>
              <a:rPr lang="en-US" dirty="0"/>
              <a:t>called “add &lt;</a:t>
            </a:r>
            <a:r>
              <a:rPr lang="en-US" dirty="0" err="1"/>
              <a:t>myname</a:t>
            </a:r>
            <a:r>
              <a:rPr lang="en-US" dirty="0"/>
              <a:t>&gt;”</a:t>
            </a:r>
          </a:p>
          <a:p>
            <a:pPr marL="0" indent="0">
              <a:buNone/>
            </a:pPr>
            <a:r>
              <a:rPr lang="en-US" dirty="0"/>
              <a:t>						-&gt; adds their name to the README</a:t>
            </a:r>
          </a:p>
          <a:p>
            <a:pPr marL="0" indent="0">
              <a:buNone/>
            </a:pPr>
            <a:r>
              <a:rPr lang="en-US" dirty="0"/>
              <a:t>						-&gt; Merges the branch to main</a:t>
            </a:r>
          </a:p>
          <a:p>
            <a:pPr marL="0" indent="0">
              <a:buNone/>
            </a:pPr>
            <a:r>
              <a:rPr dirty="0"/>
              <a:t> </a:t>
            </a:r>
            <a:r>
              <a:rPr lang="en-US" dirty="0"/>
              <a:t>- Each member adds a Pull Request/Issue to the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E9A70-949C-EB7E-12D5-64135F7D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Important Reminder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GitHub activity is graded</a:t>
            </a:r>
          </a:p>
          <a:p>
            <a:pPr lvl="0"/>
            <a:r>
              <a:rPr dirty="0"/>
              <a:t>Individual contributions are visible</a:t>
            </a:r>
          </a:p>
          <a:p>
            <a:pPr lvl="0"/>
            <a:r>
              <a:rPr dirty="0"/>
              <a:t>Team success requires everyone to participate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5C40-1705-1617-D0D8-4A4F03FA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Happens Next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dirty="0"/>
              <a:t>Before next class: </a:t>
            </a:r>
            <a:endParaRPr lang="en-US" dirty="0"/>
          </a:p>
          <a:p>
            <a:pPr marL="0" indent="0">
              <a:buNone/>
            </a:pPr>
            <a:r>
              <a:rPr dirty="0"/>
              <a:t>- Complete Wiki sections </a:t>
            </a:r>
            <a:endParaRPr lang="en-US" dirty="0"/>
          </a:p>
          <a:p>
            <a:pPr marL="0" indent="0">
              <a:buNone/>
            </a:pPr>
            <a:r>
              <a:rPr dirty="0"/>
              <a:t>- Add at least 5 Issues </a:t>
            </a:r>
            <a:r>
              <a:rPr lang="en-US" dirty="0"/>
              <a:t>– at least one for each member</a:t>
            </a:r>
          </a:p>
          <a:p>
            <a:pPr marL="0" indent="0">
              <a:buNone/>
            </a:pPr>
            <a:r>
              <a:rPr dirty="0"/>
              <a:t>- Populate the Project board</a:t>
            </a:r>
          </a:p>
          <a:p>
            <a:pPr marL="0" indent="0">
              <a:buNone/>
            </a:pPr>
            <a:r>
              <a:rPr dirty="0"/>
              <a:t>Next session</a:t>
            </a:r>
            <a:r>
              <a:rPr lang="en-US" dirty="0"/>
              <a:t> (next semester) </a:t>
            </a:r>
          </a:p>
          <a:p>
            <a:pPr marL="0" indent="0">
              <a:buNone/>
            </a:pPr>
            <a:r>
              <a:rPr dirty="0"/>
              <a:t>- Client discovery </a:t>
            </a:r>
            <a:endParaRPr lang="en-US" dirty="0"/>
          </a:p>
          <a:p>
            <a:pPr marL="0" indent="0">
              <a:buNone/>
            </a:pPr>
            <a:r>
              <a:rPr dirty="0"/>
              <a:t>- Requirements elicitation </a:t>
            </a:r>
            <a:endParaRPr lang="en-US" dirty="0"/>
          </a:p>
          <a:p>
            <a:pPr marL="0" indent="0">
              <a:buNone/>
            </a:pPr>
            <a:r>
              <a:rPr dirty="0"/>
              <a:t>- Sprint 0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9A8A-4345-7514-D3E9-43487514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Questions and Start Working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Ask questions now.</a:t>
            </a:r>
            <a:br>
              <a:rPr dirty="0"/>
            </a:br>
            <a:r>
              <a:rPr dirty="0"/>
              <a:t>This workflow will be used all semester.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4D54F8-BBB1-8CD1-F2FE-A970ED61B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576" y="2038604"/>
            <a:ext cx="4273296" cy="42732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357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Kehila Assignment</vt:lpstr>
      <vt:lpstr>Today’s Hands-On Outcome FOR GRADING!!! </vt:lpstr>
      <vt:lpstr>Repository Naming Convention </vt:lpstr>
      <vt:lpstr>Leader Setup</vt:lpstr>
      <vt:lpstr>Setup – For Entire Team </vt:lpstr>
      <vt:lpstr>Important Reminder </vt:lpstr>
      <vt:lpstr>What Happens Next </vt:lpstr>
      <vt:lpstr>Questions and Start Working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Eliedaat Adler</dc:creator>
  <cp:lastModifiedBy>Eliedaat Adler</cp:lastModifiedBy>
  <cp:revision>5</cp:revision>
  <dcterms:created xsi:type="dcterms:W3CDTF">2026-01-11T04:14:52Z</dcterms:created>
  <dcterms:modified xsi:type="dcterms:W3CDTF">2026-01-11T12:43:34Z</dcterms:modified>
</cp:coreProperties>
</file>