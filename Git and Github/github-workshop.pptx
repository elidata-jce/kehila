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modernComment_10A_0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2" r:id="rId2"/>
    <p:sldId id="256" r:id="rId3"/>
    <p:sldId id="257" r:id="rId4"/>
    <p:sldId id="258" r:id="rId5"/>
    <p:sldId id="259" r:id="rId6"/>
    <p:sldId id="260" r:id="rId7"/>
    <p:sldId id="277" r:id="rId8"/>
    <p:sldId id="278" r:id="rId9"/>
    <p:sldId id="283" r:id="rId10"/>
    <p:sldId id="279" r:id="rId11"/>
    <p:sldId id="280" r:id="rId12"/>
    <p:sldId id="281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76" r:id="rId22"/>
    <p:sldId id="269" r:id="rId23"/>
    <p:sldId id="270" r:id="rId24"/>
    <p:sldId id="271" r:id="rId25"/>
    <p:sldId id="272" r:id="rId26"/>
    <p:sldId id="273" r:id="rId27"/>
    <p:sldId id="274" r:id="rId28"/>
    <p:sldId id="275" r:id="rId2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4F7A673-3479-C8D4-B703-D5F748D8A7DD}" name="Elie-daat Adler" initials="EA" userId="S::elidaatad@post.jce.ac.il::e2cc2eb6-833b-438b-a8a5-bd73d3035e5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760BFF-8F3C-463D-A088-FF0BDA8001AB}" v="127" dt="2026-01-11T07:23:40.7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38" d="100"/>
          <a:sy n="138" d="100"/>
        </p:scale>
        <p:origin x="834" y="13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e-daat Adler" userId="e2cc2eb6-833b-438b-a8a5-bd73d3035e54" providerId="ADAL" clId="{AFDDC753-158D-49FE-81DC-84630E49DB23}"/>
    <pc:docChg chg="undo custSel addSld delSld modSld sldOrd">
      <pc:chgData name="Elie-daat Adler" userId="e2cc2eb6-833b-438b-a8a5-bd73d3035e54" providerId="ADAL" clId="{AFDDC753-158D-49FE-81DC-84630E49DB23}" dt="2026-01-11T07:24:25.580" v="3012" actId="207"/>
      <pc:docMkLst>
        <pc:docMk/>
      </pc:docMkLst>
      <pc:sldChg chg="addSp modSp mod chgLayout">
        <pc:chgData name="Elie-daat Adler" userId="e2cc2eb6-833b-438b-a8a5-bd73d3035e54" providerId="ADAL" clId="{AFDDC753-158D-49FE-81DC-84630E49DB23}" dt="2026-01-10T19:28:15.796" v="691" actId="12"/>
        <pc:sldMkLst>
          <pc:docMk/>
          <pc:sldMk cId="0" sldId="256"/>
        </pc:sldMkLst>
        <pc:spChg chg="mod ord">
          <ac:chgData name="Elie-daat Adler" userId="e2cc2eb6-833b-438b-a8a5-bd73d3035e54" providerId="ADAL" clId="{AFDDC753-158D-49FE-81DC-84630E49DB23}" dt="2026-01-09T10:36:01.335" v="396" actId="27636"/>
          <ac:spMkLst>
            <pc:docMk/>
            <pc:sldMk cId="0" sldId="256"/>
            <ac:spMk id="2" creationId="{00000000-0000-0000-0000-000000000000}"/>
          </ac:spMkLst>
        </pc:spChg>
        <pc:spChg chg="mod ord">
          <ac:chgData name="Elie-daat Adler" userId="e2cc2eb6-833b-438b-a8a5-bd73d3035e54" providerId="ADAL" clId="{AFDDC753-158D-49FE-81DC-84630E49DB23}" dt="2026-01-10T19:21:24.755" v="506" actId="20577"/>
          <ac:spMkLst>
            <pc:docMk/>
            <pc:sldMk cId="0" sldId="256"/>
            <ac:spMk id="3" creationId="{00000000-0000-0000-0000-000000000000}"/>
          </ac:spMkLst>
        </pc:spChg>
        <pc:spChg chg="add mod">
          <ac:chgData name="Elie-daat Adler" userId="e2cc2eb6-833b-438b-a8a5-bd73d3035e54" providerId="ADAL" clId="{AFDDC753-158D-49FE-81DC-84630E49DB23}" dt="2026-01-10T19:28:15.796" v="691" actId="12"/>
          <ac:spMkLst>
            <pc:docMk/>
            <pc:sldMk cId="0" sldId="256"/>
            <ac:spMk id="5" creationId="{1DFFE58C-73FC-4AE5-8781-36030FBFB632}"/>
          </ac:spMkLst>
        </pc:spChg>
        <pc:picChg chg="mod">
          <ac:chgData name="Elie-daat Adler" userId="e2cc2eb6-833b-438b-a8a5-bd73d3035e54" providerId="ADAL" clId="{AFDDC753-158D-49FE-81DC-84630E49DB23}" dt="2026-01-10T19:22:28.444" v="508" actId="1076"/>
          <ac:picMkLst>
            <pc:docMk/>
            <pc:sldMk cId="0" sldId="256"/>
            <ac:picMk id="4" creationId="{4D76BAD2-7438-65C9-7154-37E1102CFC03}"/>
          </ac:picMkLst>
        </pc:picChg>
      </pc:sldChg>
      <pc:sldChg chg="addSp delSp modSp mod chgLayout">
        <pc:chgData name="Elie-daat Adler" userId="e2cc2eb6-833b-438b-a8a5-bd73d3035e54" providerId="ADAL" clId="{AFDDC753-158D-49FE-81DC-84630E49DB23}" dt="2026-01-10T19:41:10.531" v="723" actId="1076"/>
        <pc:sldMkLst>
          <pc:docMk/>
          <pc:sldMk cId="0" sldId="257"/>
        </pc:sldMkLst>
        <pc:spChg chg="mod ord">
          <ac:chgData name="Elie-daat Adler" userId="e2cc2eb6-833b-438b-a8a5-bd73d3035e54" providerId="ADAL" clId="{AFDDC753-158D-49FE-81DC-84630E49DB23}" dt="2026-01-10T19:40:21.891" v="716" actId="1076"/>
          <ac:spMkLst>
            <pc:docMk/>
            <pc:sldMk cId="0" sldId="257"/>
            <ac:spMk id="3" creationId="{00000000-0000-0000-0000-000000000000}"/>
          </ac:spMkLst>
        </pc:spChg>
        <pc:spChg chg="add mod ord">
          <ac:chgData name="Elie-daat Adler" userId="e2cc2eb6-833b-438b-a8a5-bd73d3035e54" providerId="ADAL" clId="{AFDDC753-158D-49FE-81DC-84630E49DB23}" dt="2026-01-10T19:30:28.651" v="695" actId="27636"/>
          <ac:spMkLst>
            <pc:docMk/>
            <pc:sldMk cId="0" sldId="257"/>
            <ac:spMk id="4" creationId="{A122C23C-9B0E-46AB-1901-00E0DB20291F}"/>
          </ac:spMkLst>
        </pc:spChg>
        <pc:picChg chg="add mod">
          <ac:chgData name="Elie-daat Adler" userId="e2cc2eb6-833b-438b-a8a5-bd73d3035e54" providerId="ADAL" clId="{AFDDC753-158D-49FE-81DC-84630E49DB23}" dt="2026-01-10T19:41:10.531" v="723" actId="1076"/>
          <ac:picMkLst>
            <pc:docMk/>
            <pc:sldMk cId="0" sldId="257"/>
            <ac:picMk id="3074" creationId="{5D87A503-B62E-1A8F-EF4B-B92AAFCE1C2D}"/>
          </ac:picMkLst>
        </pc:picChg>
      </pc:sldChg>
      <pc:sldChg chg="addSp modSp mod chgLayout">
        <pc:chgData name="Elie-daat Adler" userId="e2cc2eb6-833b-438b-a8a5-bd73d3035e54" providerId="ADAL" clId="{AFDDC753-158D-49FE-81DC-84630E49DB23}" dt="2026-01-10T19:51:58.260" v="755" actId="1076"/>
        <pc:sldMkLst>
          <pc:docMk/>
          <pc:sldMk cId="0" sldId="258"/>
        </pc:sldMkLst>
        <pc:spChg chg="add mod ord">
          <ac:chgData name="Elie-daat Adler" userId="e2cc2eb6-833b-438b-a8a5-bd73d3035e54" providerId="ADAL" clId="{AFDDC753-158D-49FE-81DC-84630E49DB23}" dt="2026-01-10T19:02:06.734" v="427" actId="27636"/>
          <ac:spMkLst>
            <pc:docMk/>
            <pc:sldMk cId="0" sldId="258"/>
            <ac:spMk id="2" creationId="{56550E79-AE97-681B-60D0-5DF2CFAEE28B}"/>
          </ac:spMkLst>
        </pc:spChg>
        <pc:spChg chg="mod ord">
          <ac:chgData name="Elie-daat Adler" userId="e2cc2eb6-833b-438b-a8a5-bd73d3035e54" providerId="ADAL" clId="{AFDDC753-158D-49FE-81DC-84630E49DB23}" dt="2026-01-10T19:02:04.572" v="425" actId="21"/>
          <ac:spMkLst>
            <pc:docMk/>
            <pc:sldMk cId="0" sldId="258"/>
            <ac:spMk id="3" creationId="{00000000-0000-0000-0000-000000000000}"/>
          </ac:spMkLst>
        </pc:spChg>
        <pc:picChg chg="add mod">
          <ac:chgData name="Elie-daat Adler" userId="e2cc2eb6-833b-438b-a8a5-bd73d3035e54" providerId="ADAL" clId="{AFDDC753-158D-49FE-81DC-84630E49DB23}" dt="2026-01-10T19:51:58.260" v="755" actId="1076"/>
          <ac:picMkLst>
            <pc:docMk/>
            <pc:sldMk cId="0" sldId="258"/>
            <ac:picMk id="6146" creationId="{5F6443CE-6F5F-1214-6970-5D08378C0CFE}"/>
          </ac:picMkLst>
        </pc:picChg>
      </pc:sldChg>
      <pc:sldChg chg="addSp modSp mod chgLayout">
        <pc:chgData name="Elie-daat Adler" userId="e2cc2eb6-833b-438b-a8a5-bd73d3035e54" providerId="ADAL" clId="{AFDDC753-158D-49FE-81DC-84630E49DB23}" dt="2026-01-10T19:49:06.806" v="745" actId="14100"/>
        <pc:sldMkLst>
          <pc:docMk/>
          <pc:sldMk cId="0" sldId="259"/>
        </pc:sldMkLst>
        <pc:spChg chg="add mod ord">
          <ac:chgData name="Elie-daat Adler" userId="e2cc2eb6-833b-438b-a8a5-bd73d3035e54" providerId="ADAL" clId="{AFDDC753-158D-49FE-81DC-84630E49DB23}" dt="2026-01-10T19:01:55.419" v="424" actId="27636"/>
          <ac:spMkLst>
            <pc:docMk/>
            <pc:sldMk cId="0" sldId="259"/>
            <ac:spMk id="2" creationId="{E42E4452-3649-57D8-35C6-6F2EAE2DC23B}"/>
          </ac:spMkLst>
        </pc:spChg>
        <pc:spChg chg="mod ord">
          <ac:chgData name="Elie-daat Adler" userId="e2cc2eb6-833b-438b-a8a5-bd73d3035e54" providerId="ADAL" clId="{AFDDC753-158D-49FE-81DC-84630E49DB23}" dt="2026-01-10T19:48:35.682" v="740" actId="1076"/>
          <ac:spMkLst>
            <pc:docMk/>
            <pc:sldMk cId="0" sldId="259"/>
            <ac:spMk id="3" creationId="{00000000-0000-0000-0000-000000000000}"/>
          </ac:spMkLst>
        </pc:spChg>
        <pc:picChg chg="add mod">
          <ac:chgData name="Elie-daat Adler" userId="e2cc2eb6-833b-438b-a8a5-bd73d3035e54" providerId="ADAL" clId="{AFDDC753-158D-49FE-81DC-84630E49DB23}" dt="2026-01-10T19:45:41.759" v="731" actId="1076"/>
          <ac:picMkLst>
            <pc:docMk/>
            <pc:sldMk cId="0" sldId="259"/>
            <ac:picMk id="5122" creationId="{E105FFFD-99ED-C2CD-E9AE-E8CDA1FA3790}"/>
          </ac:picMkLst>
        </pc:picChg>
        <pc:picChg chg="add mod">
          <ac:chgData name="Elie-daat Adler" userId="e2cc2eb6-833b-438b-a8a5-bd73d3035e54" providerId="ADAL" clId="{AFDDC753-158D-49FE-81DC-84630E49DB23}" dt="2026-01-10T19:48:35.682" v="740" actId="1076"/>
          <ac:picMkLst>
            <pc:docMk/>
            <pc:sldMk cId="0" sldId="259"/>
            <ac:picMk id="5124" creationId="{ABD495BC-02C3-1358-9FDA-4280530EEB21}"/>
          </ac:picMkLst>
        </pc:picChg>
        <pc:picChg chg="add mod">
          <ac:chgData name="Elie-daat Adler" userId="e2cc2eb6-833b-438b-a8a5-bd73d3035e54" providerId="ADAL" clId="{AFDDC753-158D-49FE-81DC-84630E49DB23}" dt="2026-01-10T19:49:06.806" v="745" actId="14100"/>
          <ac:picMkLst>
            <pc:docMk/>
            <pc:sldMk cId="0" sldId="259"/>
            <ac:picMk id="5126" creationId="{21E67A69-9FF8-2E2F-902B-5FA7D2A128E0}"/>
          </ac:picMkLst>
        </pc:picChg>
      </pc:sldChg>
      <pc:sldChg chg="addSp modSp mod chgLayout">
        <pc:chgData name="Elie-daat Adler" userId="e2cc2eb6-833b-438b-a8a5-bd73d3035e54" providerId="ADAL" clId="{AFDDC753-158D-49FE-81DC-84630E49DB23}" dt="2026-01-10T19:42:43.432" v="728" actId="1076"/>
        <pc:sldMkLst>
          <pc:docMk/>
          <pc:sldMk cId="0" sldId="260"/>
        </pc:sldMkLst>
        <pc:spChg chg="add mod ord">
          <ac:chgData name="Elie-daat Adler" userId="e2cc2eb6-833b-438b-a8a5-bd73d3035e54" providerId="ADAL" clId="{AFDDC753-158D-49FE-81DC-84630E49DB23}" dt="2026-01-10T19:02:16.004" v="431" actId="27636"/>
          <ac:spMkLst>
            <pc:docMk/>
            <pc:sldMk cId="0" sldId="260"/>
            <ac:spMk id="2" creationId="{9C0C4EC5-DE0B-CA6E-1677-6B7363D4548E}"/>
          </ac:spMkLst>
        </pc:spChg>
        <pc:spChg chg="mod ord">
          <ac:chgData name="Elie-daat Adler" userId="e2cc2eb6-833b-438b-a8a5-bd73d3035e54" providerId="ADAL" clId="{AFDDC753-158D-49FE-81DC-84630E49DB23}" dt="2026-01-10T19:02:14.401" v="429" actId="27636"/>
          <ac:spMkLst>
            <pc:docMk/>
            <pc:sldMk cId="0" sldId="260"/>
            <ac:spMk id="3" creationId="{00000000-0000-0000-0000-000000000000}"/>
          </ac:spMkLst>
        </pc:spChg>
        <pc:picChg chg="add mod">
          <ac:chgData name="Elie-daat Adler" userId="e2cc2eb6-833b-438b-a8a5-bd73d3035e54" providerId="ADAL" clId="{AFDDC753-158D-49FE-81DC-84630E49DB23}" dt="2026-01-10T19:42:43.432" v="728" actId="1076"/>
          <ac:picMkLst>
            <pc:docMk/>
            <pc:sldMk cId="0" sldId="260"/>
            <ac:picMk id="4098" creationId="{80E64D1D-CA51-4641-6BB7-A11515AE0F40}"/>
          </ac:picMkLst>
        </pc:picChg>
      </pc:sldChg>
      <pc:sldChg chg="addSp delSp modSp mod chgLayout">
        <pc:chgData name="Elie-daat Adler" userId="e2cc2eb6-833b-438b-a8a5-bd73d3035e54" providerId="ADAL" clId="{AFDDC753-158D-49FE-81DC-84630E49DB23}" dt="2026-01-10T19:16:27.438" v="483" actId="14100"/>
        <pc:sldMkLst>
          <pc:docMk/>
          <pc:sldMk cId="0" sldId="261"/>
        </pc:sldMkLst>
        <pc:spChg chg="add mod ord">
          <ac:chgData name="Elie-daat Adler" userId="e2cc2eb6-833b-438b-a8a5-bd73d3035e54" providerId="ADAL" clId="{AFDDC753-158D-49FE-81DC-84630E49DB23}" dt="2026-01-10T19:02:28.013" v="434" actId="27636"/>
          <ac:spMkLst>
            <pc:docMk/>
            <pc:sldMk cId="0" sldId="261"/>
            <ac:spMk id="2" creationId="{4628C6C9-BD1E-3BB8-63D4-4470748FD2C5}"/>
          </ac:spMkLst>
        </pc:spChg>
        <pc:spChg chg="mod ord">
          <ac:chgData name="Elie-daat Adler" userId="e2cc2eb6-833b-438b-a8a5-bd73d3035e54" providerId="ADAL" clId="{AFDDC753-158D-49FE-81DC-84630E49DB23}" dt="2026-01-10T19:16:27.438" v="483" actId="14100"/>
          <ac:spMkLst>
            <pc:docMk/>
            <pc:sldMk cId="0" sldId="261"/>
            <ac:spMk id="3" creationId="{00000000-0000-0000-0000-000000000000}"/>
          </ac:spMkLst>
        </pc:spChg>
        <pc:graphicFrameChg chg="add del mod modGraphic">
          <ac:chgData name="Elie-daat Adler" userId="e2cc2eb6-833b-438b-a8a5-bd73d3035e54" providerId="ADAL" clId="{AFDDC753-158D-49FE-81DC-84630E49DB23}" dt="2026-01-10T19:14:13.950" v="468" actId="478"/>
          <ac:graphicFrameMkLst>
            <pc:docMk/>
            <pc:sldMk cId="0" sldId="261"/>
            <ac:graphicFrameMk id="4" creationId="{402E30E6-F0CA-6BAF-00CE-CAF843E48FBC}"/>
          </ac:graphicFrameMkLst>
        </pc:graphicFrameChg>
        <pc:graphicFrameChg chg="add mod modGraphic">
          <ac:chgData name="Elie-daat Adler" userId="e2cc2eb6-833b-438b-a8a5-bd73d3035e54" providerId="ADAL" clId="{AFDDC753-158D-49FE-81DC-84630E49DB23}" dt="2026-01-10T19:15:29.141" v="473" actId="14100"/>
          <ac:graphicFrameMkLst>
            <pc:docMk/>
            <pc:sldMk cId="0" sldId="261"/>
            <ac:graphicFrameMk id="5" creationId="{F17F6E08-9D70-A758-F5CE-04A191405BAA}"/>
          </ac:graphicFrameMkLst>
        </pc:graphicFrameChg>
      </pc:sldChg>
      <pc:sldChg chg="addSp modSp mod chgLayout">
        <pc:chgData name="Elie-daat Adler" userId="e2cc2eb6-833b-438b-a8a5-bd73d3035e54" providerId="ADAL" clId="{AFDDC753-158D-49FE-81DC-84630E49DB23}" dt="2026-01-10T19:36:19.263" v="709" actId="1076"/>
        <pc:sldMkLst>
          <pc:docMk/>
          <pc:sldMk cId="0" sldId="262"/>
        </pc:sldMkLst>
        <pc:spChg chg="add mod ord">
          <ac:chgData name="Elie-daat Adler" userId="e2cc2eb6-833b-438b-a8a5-bd73d3035e54" providerId="ADAL" clId="{AFDDC753-158D-49FE-81DC-84630E49DB23}" dt="2026-01-10T19:16:40.911" v="487" actId="27636"/>
          <ac:spMkLst>
            <pc:docMk/>
            <pc:sldMk cId="0" sldId="262"/>
            <ac:spMk id="2" creationId="{845F41A7-22EB-783D-82BD-973BBD093C70}"/>
          </ac:spMkLst>
        </pc:spChg>
        <pc:spChg chg="mod ord">
          <ac:chgData name="Elie-daat Adler" userId="e2cc2eb6-833b-438b-a8a5-bd73d3035e54" providerId="ADAL" clId="{AFDDC753-158D-49FE-81DC-84630E49DB23}" dt="2026-01-10T19:16:46.512" v="488" actId="14100"/>
          <ac:spMkLst>
            <pc:docMk/>
            <pc:sldMk cId="0" sldId="262"/>
            <ac:spMk id="3" creationId="{00000000-0000-0000-0000-000000000000}"/>
          </ac:spMkLst>
        </pc:spChg>
        <pc:spChg chg="add">
          <ac:chgData name="Elie-daat Adler" userId="e2cc2eb6-833b-438b-a8a5-bd73d3035e54" providerId="ADAL" clId="{AFDDC753-158D-49FE-81DC-84630E49DB23}" dt="2026-01-10T19:33:37.120" v="704"/>
          <ac:spMkLst>
            <pc:docMk/>
            <pc:sldMk cId="0" sldId="262"/>
            <ac:spMk id="4" creationId="{3F1E17F1-CE3D-3BBB-F4D6-DF5E40DE0093}"/>
          </ac:spMkLst>
        </pc:spChg>
        <pc:picChg chg="add mod">
          <ac:chgData name="Elie-daat Adler" userId="e2cc2eb6-833b-438b-a8a5-bd73d3035e54" providerId="ADAL" clId="{AFDDC753-158D-49FE-81DC-84630E49DB23}" dt="2026-01-10T19:36:19.263" v="709" actId="1076"/>
          <ac:picMkLst>
            <pc:docMk/>
            <pc:sldMk cId="0" sldId="262"/>
            <ac:picMk id="1027" creationId="{A786F5A5-AA71-4FF9-DBE4-E9968E270EA7}"/>
          </ac:picMkLst>
        </pc:picChg>
      </pc:sldChg>
      <pc:sldChg chg="addSp modSp mod chgLayout">
        <pc:chgData name="Elie-daat Adler" userId="e2cc2eb6-833b-438b-a8a5-bd73d3035e54" providerId="ADAL" clId="{AFDDC753-158D-49FE-81DC-84630E49DB23}" dt="2026-01-10T19:53:18.164" v="758" actId="14100"/>
        <pc:sldMkLst>
          <pc:docMk/>
          <pc:sldMk cId="0" sldId="263"/>
        </pc:sldMkLst>
        <pc:spChg chg="add mod ord">
          <ac:chgData name="Elie-daat Adler" userId="e2cc2eb6-833b-438b-a8a5-bd73d3035e54" providerId="ADAL" clId="{AFDDC753-158D-49FE-81DC-84630E49DB23}" dt="2026-01-10T19:17:14.415" v="492" actId="27636"/>
          <ac:spMkLst>
            <pc:docMk/>
            <pc:sldMk cId="0" sldId="263"/>
            <ac:spMk id="2" creationId="{AF1194DA-C117-A257-3C59-5268A2E3F394}"/>
          </ac:spMkLst>
        </pc:spChg>
        <pc:spChg chg="mod ord">
          <ac:chgData name="Elie-daat Adler" userId="e2cc2eb6-833b-438b-a8a5-bd73d3035e54" providerId="ADAL" clId="{AFDDC753-158D-49FE-81DC-84630E49DB23}" dt="2026-01-10T19:17:14.420" v="493" actId="27636"/>
          <ac:spMkLst>
            <pc:docMk/>
            <pc:sldMk cId="0" sldId="263"/>
            <ac:spMk id="3" creationId="{00000000-0000-0000-0000-000000000000}"/>
          </ac:spMkLst>
        </pc:spChg>
        <pc:picChg chg="add mod">
          <ac:chgData name="Elie-daat Adler" userId="e2cc2eb6-833b-438b-a8a5-bd73d3035e54" providerId="ADAL" clId="{AFDDC753-158D-49FE-81DC-84630E49DB23}" dt="2026-01-10T19:53:18.164" v="758" actId="14100"/>
          <ac:picMkLst>
            <pc:docMk/>
            <pc:sldMk cId="0" sldId="263"/>
            <ac:picMk id="7170" creationId="{520BB301-F488-0A60-0E11-72124299F90C}"/>
          </ac:picMkLst>
        </pc:picChg>
      </pc:sldChg>
      <pc:sldChg chg="addSp modSp mod chgLayout">
        <pc:chgData name="Elie-daat Adler" userId="e2cc2eb6-833b-438b-a8a5-bd73d3035e54" providerId="ADAL" clId="{AFDDC753-158D-49FE-81DC-84630E49DB23}" dt="2026-01-10T19:35:44.144" v="706" actId="1076"/>
        <pc:sldMkLst>
          <pc:docMk/>
          <pc:sldMk cId="0" sldId="264"/>
        </pc:sldMkLst>
        <pc:spChg chg="add mod ord">
          <ac:chgData name="Elie-daat Adler" userId="e2cc2eb6-833b-438b-a8a5-bd73d3035e54" providerId="ADAL" clId="{AFDDC753-158D-49FE-81DC-84630E49DB23}" dt="2026-01-10T19:17:45.921" v="497" actId="27636"/>
          <ac:spMkLst>
            <pc:docMk/>
            <pc:sldMk cId="0" sldId="264"/>
            <ac:spMk id="2" creationId="{D8590E95-9AA9-E637-BB2B-73E49255D796}"/>
          </ac:spMkLst>
        </pc:spChg>
        <pc:spChg chg="mod ord">
          <ac:chgData name="Elie-daat Adler" userId="e2cc2eb6-833b-438b-a8a5-bd73d3035e54" providerId="ADAL" clId="{AFDDC753-158D-49FE-81DC-84630E49DB23}" dt="2026-01-10T19:17:43.789" v="495" actId="27636"/>
          <ac:spMkLst>
            <pc:docMk/>
            <pc:sldMk cId="0" sldId="264"/>
            <ac:spMk id="3" creationId="{00000000-0000-0000-0000-000000000000}"/>
          </ac:spMkLst>
        </pc:spChg>
        <pc:picChg chg="add mod">
          <ac:chgData name="Elie-daat Adler" userId="e2cc2eb6-833b-438b-a8a5-bd73d3035e54" providerId="ADAL" clId="{AFDDC753-158D-49FE-81DC-84630E49DB23}" dt="2026-01-10T19:35:44.144" v="706" actId="1076"/>
          <ac:picMkLst>
            <pc:docMk/>
            <pc:sldMk cId="0" sldId="264"/>
            <ac:picMk id="2050" creationId="{0705331C-1267-1DC1-5909-753F666D881C}"/>
          </ac:picMkLst>
        </pc:picChg>
      </pc:sldChg>
      <pc:sldChg chg="addSp modSp mod chgLayout">
        <pc:chgData name="Elie-daat Adler" userId="e2cc2eb6-833b-438b-a8a5-bd73d3035e54" providerId="ADAL" clId="{AFDDC753-158D-49FE-81DC-84630E49DB23}" dt="2026-01-10T19:18:39.119" v="501" actId="27636"/>
        <pc:sldMkLst>
          <pc:docMk/>
          <pc:sldMk cId="0" sldId="265"/>
        </pc:sldMkLst>
        <pc:spChg chg="add mod ord">
          <ac:chgData name="Elie-daat Adler" userId="e2cc2eb6-833b-438b-a8a5-bd73d3035e54" providerId="ADAL" clId="{AFDDC753-158D-49FE-81DC-84630E49DB23}" dt="2026-01-10T19:18:39.119" v="501" actId="27636"/>
          <ac:spMkLst>
            <pc:docMk/>
            <pc:sldMk cId="0" sldId="265"/>
            <ac:spMk id="2" creationId="{B3615175-F395-2CF7-9CA3-4968FF4F17D3}"/>
          </ac:spMkLst>
        </pc:spChg>
        <pc:spChg chg="mod ord">
          <ac:chgData name="Elie-daat Adler" userId="e2cc2eb6-833b-438b-a8a5-bd73d3035e54" providerId="ADAL" clId="{AFDDC753-158D-49FE-81DC-84630E49DB23}" dt="2026-01-10T19:18:37.319" v="499" actId="27636"/>
          <ac:spMkLst>
            <pc:docMk/>
            <pc:sldMk cId="0" sldId="265"/>
            <ac:spMk id="3" creationId="{00000000-0000-0000-0000-000000000000}"/>
          </ac:spMkLst>
        </pc:spChg>
      </pc:sldChg>
      <pc:sldChg chg="addSp modSp mod modCm chgLayout">
        <pc:chgData name="Elie-daat Adler" userId="e2cc2eb6-833b-438b-a8a5-bd73d3035e54" providerId="ADAL" clId="{AFDDC753-158D-49FE-81DC-84630E49DB23}" dt="2026-01-11T01:40:39.681" v="1125" actId="27636"/>
        <pc:sldMkLst>
          <pc:docMk/>
          <pc:sldMk cId="0" sldId="266"/>
        </pc:sldMkLst>
        <pc:spChg chg="add mod ord">
          <ac:chgData name="Elie-daat Adler" userId="e2cc2eb6-833b-438b-a8a5-bd73d3035e54" providerId="ADAL" clId="{AFDDC753-158D-49FE-81DC-84630E49DB23}" dt="2026-01-10T19:53:43.331" v="762" actId="27636"/>
          <ac:spMkLst>
            <pc:docMk/>
            <pc:sldMk cId="0" sldId="266"/>
            <ac:spMk id="2" creationId="{91C9F175-EF95-6C4B-A60D-3DCC5636D5A4}"/>
          </ac:spMkLst>
        </pc:spChg>
        <pc:spChg chg="mod ord">
          <ac:chgData name="Elie-daat Adler" userId="e2cc2eb6-833b-438b-a8a5-bd73d3035e54" providerId="ADAL" clId="{AFDDC753-158D-49FE-81DC-84630E49DB23}" dt="2026-01-11T01:40:39.681" v="1125" actId="27636"/>
          <ac:spMkLst>
            <pc:docMk/>
            <pc:sldMk cId="0" sldId="266"/>
            <ac:spMk id="3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Elie-daat Adler" userId="e2cc2eb6-833b-438b-a8a5-bd73d3035e54" providerId="ADAL" clId="{AFDDC753-158D-49FE-81DC-84630E49DB23}" dt="2026-01-11T01:40:39.668" v="1124" actId="20577"/>
              <pc2:cmMkLst xmlns:pc2="http://schemas.microsoft.com/office/powerpoint/2019/9/main/command">
                <pc:docMk/>
                <pc:sldMk cId="0" sldId="266"/>
                <pc2:cmMk id="{88EB9658-E101-40F3-BCB3-70B5FAC05FFB}"/>
              </pc2:cmMkLst>
            </pc226:cmChg>
          </p:ext>
        </pc:extLst>
      </pc:sldChg>
      <pc:sldChg chg="addSp modSp mod chgLayout">
        <pc:chgData name="Elie-daat Adler" userId="e2cc2eb6-833b-438b-a8a5-bd73d3035e54" providerId="ADAL" clId="{AFDDC753-158D-49FE-81DC-84630E49DB23}" dt="2026-01-11T01:40:49.001" v="1128" actId="27636"/>
        <pc:sldMkLst>
          <pc:docMk/>
          <pc:sldMk cId="0" sldId="267"/>
        </pc:sldMkLst>
        <pc:spChg chg="add mod ord">
          <ac:chgData name="Elie-daat Adler" userId="e2cc2eb6-833b-438b-a8a5-bd73d3035e54" providerId="ADAL" clId="{AFDDC753-158D-49FE-81DC-84630E49DB23}" dt="2026-01-11T01:40:49.001" v="1127" actId="27636"/>
          <ac:spMkLst>
            <pc:docMk/>
            <pc:sldMk cId="0" sldId="267"/>
            <ac:spMk id="2" creationId="{C476BEC4-4D99-DDEA-9912-55BD6373B5B6}"/>
          </ac:spMkLst>
        </pc:spChg>
        <pc:spChg chg="mod ord">
          <ac:chgData name="Elie-daat Adler" userId="e2cc2eb6-833b-438b-a8a5-bd73d3035e54" providerId="ADAL" clId="{AFDDC753-158D-49FE-81DC-84630E49DB23}" dt="2026-01-11T01:40:49.001" v="1128" actId="27636"/>
          <ac:spMkLst>
            <pc:docMk/>
            <pc:sldMk cId="0" sldId="267"/>
            <ac:spMk id="3" creationId="{00000000-0000-0000-0000-000000000000}"/>
          </ac:spMkLst>
        </pc:spChg>
      </pc:sldChg>
      <pc:sldChg chg="addSp modSp mod chgLayout">
        <pc:chgData name="Elie-daat Adler" userId="e2cc2eb6-833b-438b-a8a5-bd73d3035e54" providerId="ADAL" clId="{AFDDC753-158D-49FE-81DC-84630E49DB23}" dt="2026-01-11T01:42:10.974" v="1259" actId="20577"/>
        <pc:sldMkLst>
          <pc:docMk/>
          <pc:sldMk cId="0" sldId="268"/>
        </pc:sldMkLst>
        <pc:spChg chg="add mod ord">
          <ac:chgData name="Elie-daat Adler" userId="e2cc2eb6-833b-438b-a8a5-bd73d3035e54" providerId="ADAL" clId="{AFDDC753-158D-49FE-81DC-84630E49DB23}" dt="2026-01-11T01:41:08.157" v="1130" actId="27636"/>
          <ac:spMkLst>
            <pc:docMk/>
            <pc:sldMk cId="0" sldId="268"/>
            <ac:spMk id="2" creationId="{639C11CB-7D30-8E86-69B7-F8BE83EA7D6B}"/>
          </ac:spMkLst>
        </pc:spChg>
        <pc:spChg chg="mod ord">
          <ac:chgData name="Elie-daat Adler" userId="e2cc2eb6-833b-438b-a8a5-bd73d3035e54" providerId="ADAL" clId="{AFDDC753-158D-49FE-81DC-84630E49DB23}" dt="2026-01-11T01:42:10.974" v="1259" actId="20577"/>
          <ac:spMkLst>
            <pc:docMk/>
            <pc:sldMk cId="0" sldId="268"/>
            <ac:spMk id="3" creationId="{00000000-0000-0000-0000-000000000000}"/>
          </ac:spMkLst>
        </pc:spChg>
      </pc:sldChg>
      <pc:sldChg chg="addSp modSp mod chgLayout">
        <pc:chgData name="Elie-daat Adler" userId="e2cc2eb6-833b-438b-a8a5-bd73d3035e54" providerId="ADAL" clId="{AFDDC753-158D-49FE-81DC-84630E49DB23}" dt="2026-01-11T04:11:22.869" v="2346" actId="20577"/>
        <pc:sldMkLst>
          <pc:docMk/>
          <pc:sldMk cId="0" sldId="269"/>
        </pc:sldMkLst>
        <pc:spChg chg="add mod ord">
          <ac:chgData name="Elie-daat Adler" userId="e2cc2eb6-833b-438b-a8a5-bd73d3035e54" providerId="ADAL" clId="{AFDDC753-158D-49FE-81DC-84630E49DB23}" dt="2026-01-09T11:54:31.600" v="420" actId="27636"/>
          <ac:spMkLst>
            <pc:docMk/>
            <pc:sldMk cId="0" sldId="269"/>
            <ac:spMk id="2" creationId="{1967FBAE-7781-9A11-C3DE-FCA6D8B799CE}"/>
          </ac:spMkLst>
        </pc:spChg>
        <pc:spChg chg="mod ord">
          <ac:chgData name="Elie-daat Adler" userId="e2cc2eb6-833b-438b-a8a5-bd73d3035e54" providerId="ADAL" clId="{AFDDC753-158D-49FE-81DC-84630E49DB23}" dt="2026-01-11T04:11:22.869" v="2346" actId="20577"/>
          <ac:spMkLst>
            <pc:docMk/>
            <pc:sldMk cId="0" sldId="269"/>
            <ac:spMk id="3" creationId="{00000000-0000-0000-0000-000000000000}"/>
          </ac:spMkLst>
        </pc:spChg>
      </pc:sldChg>
      <pc:sldChg chg="addSp modSp mod chgLayout">
        <pc:chgData name="Elie-daat Adler" userId="e2cc2eb6-833b-438b-a8a5-bd73d3035e54" providerId="ADAL" clId="{AFDDC753-158D-49FE-81DC-84630E49DB23}" dt="2026-01-11T01:38:21.323" v="997" actId="20577"/>
        <pc:sldMkLst>
          <pc:docMk/>
          <pc:sldMk cId="0" sldId="270"/>
        </pc:sldMkLst>
        <pc:spChg chg="add mod ord">
          <ac:chgData name="Elie-daat Adler" userId="e2cc2eb6-833b-438b-a8a5-bd73d3035e54" providerId="ADAL" clId="{AFDDC753-158D-49FE-81DC-84630E49DB23}" dt="2026-01-09T10:36:12.692" v="402" actId="27636"/>
          <ac:spMkLst>
            <pc:docMk/>
            <pc:sldMk cId="0" sldId="270"/>
            <ac:spMk id="2" creationId="{CAFD58DC-51C4-DD62-2DB2-3CF98376039C}"/>
          </ac:spMkLst>
        </pc:spChg>
        <pc:spChg chg="mod ord">
          <ac:chgData name="Elie-daat Adler" userId="e2cc2eb6-833b-438b-a8a5-bd73d3035e54" providerId="ADAL" clId="{AFDDC753-158D-49FE-81DC-84630E49DB23}" dt="2026-01-11T01:38:21.323" v="997" actId="20577"/>
          <ac:spMkLst>
            <pc:docMk/>
            <pc:sldMk cId="0" sldId="270"/>
            <ac:spMk id="3" creationId="{00000000-0000-0000-0000-000000000000}"/>
          </ac:spMkLst>
        </pc:spChg>
      </pc:sldChg>
      <pc:sldChg chg="addSp modSp mod chgLayout">
        <pc:chgData name="Elie-daat Adler" userId="e2cc2eb6-833b-438b-a8a5-bd73d3035e54" providerId="ADAL" clId="{AFDDC753-158D-49FE-81DC-84630E49DB23}" dt="2026-01-11T04:12:01.405" v="2354" actId="20577"/>
        <pc:sldMkLst>
          <pc:docMk/>
          <pc:sldMk cId="0" sldId="271"/>
        </pc:sldMkLst>
        <pc:spChg chg="add mod ord">
          <ac:chgData name="Elie-daat Adler" userId="e2cc2eb6-833b-438b-a8a5-bd73d3035e54" providerId="ADAL" clId="{AFDDC753-158D-49FE-81DC-84630E49DB23}" dt="2026-01-11T04:12:01.405" v="2354" actId="20577"/>
          <ac:spMkLst>
            <pc:docMk/>
            <pc:sldMk cId="0" sldId="271"/>
            <ac:spMk id="2" creationId="{E6EB3CE7-03F7-6F3F-0167-61B564035C7D}"/>
          </ac:spMkLst>
        </pc:spChg>
        <pc:spChg chg="mod ord">
          <ac:chgData name="Elie-daat Adler" userId="e2cc2eb6-833b-438b-a8a5-bd73d3035e54" providerId="ADAL" clId="{AFDDC753-158D-49FE-81DC-84630E49DB23}" dt="2026-01-11T02:46:24.331" v="1542" actId="20577"/>
          <ac:spMkLst>
            <pc:docMk/>
            <pc:sldMk cId="0" sldId="271"/>
            <ac:spMk id="3" creationId="{00000000-0000-0000-0000-000000000000}"/>
          </ac:spMkLst>
        </pc:spChg>
      </pc:sldChg>
      <pc:sldChg chg="addSp modSp mod chgLayout">
        <pc:chgData name="Elie-daat Adler" userId="e2cc2eb6-833b-438b-a8a5-bd73d3035e54" providerId="ADAL" clId="{AFDDC753-158D-49FE-81DC-84630E49DB23}" dt="2026-01-11T04:09:03.362" v="2177" actId="20577"/>
        <pc:sldMkLst>
          <pc:docMk/>
          <pc:sldMk cId="0" sldId="272"/>
        </pc:sldMkLst>
        <pc:spChg chg="add mod ord">
          <ac:chgData name="Elie-daat Adler" userId="e2cc2eb6-833b-438b-a8a5-bd73d3035e54" providerId="ADAL" clId="{AFDDC753-158D-49FE-81DC-84630E49DB23}" dt="2026-01-11T03:21:56.681" v="1731" actId="20577"/>
          <ac:spMkLst>
            <pc:docMk/>
            <pc:sldMk cId="0" sldId="272"/>
            <ac:spMk id="2" creationId="{0A4C8999-2DC1-7B9D-72FB-2B5E1686F7BF}"/>
          </ac:spMkLst>
        </pc:spChg>
        <pc:spChg chg="mod ord">
          <ac:chgData name="Elie-daat Adler" userId="e2cc2eb6-833b-438b-a8a5-bd73d3035e54" providerId="ADAL" clId="{AFDDC753-158D-49FE-81DC-84630E49DB23}" dt="2026-01-11T04:09:03.362" v="2177" actId="20577"/>
          <ac:spMkLst>
            <pc:docMk/>
            <pc:sldMk cId="0" sldId="272"/>
            <ac:spMk id="3" creationId="{00000000-0000-0000-0000-000000000000}"/>
          </ac:spMkLst>
        </pc:spChg>
      </pc:sldChg>
      <pc:sldChg chg="addSp modSp mod chgLayout">
        <pc:chgData name="Elie-daat Adler" userId="e2cc2eb6-833b-438b-a8a5-bd73d3035e54" providerId="ADAL" clId="{AFDDC753-158D-49FE-81DC-84630E49DB23}" dt="2026-01-09T10:36:44.882" v="411" actId="27636"/>
        <pc:sldMkLst>
          <pc:docMk/>
          <pc:sldMk cId="0" sldId="273"/>
        </pc:sldMkLst>
        <pc:spChg chg="add mod ord">
          <ac:chgData name="Elie-daat Adler" userId="e2cc2eb6-833b-438b-a8a5-bd73d3035e54" providerId="ADAL" clId="{AFDDC753-158D-49FE-81DC-84630E49DB23}" dt="2026-01-09T10:36:44.882" v="411" actId="27636"/>
          <ac:spMkLst>
            <pc:docMk/>
            <pc:sldMk cId="0" sldId="273"/>
            <ac:spMk id="2" creationId="{750E9A70-949C-EB7E-12D5-64135F7D4799}"/>
          </ac:spMkLst>
        </pc:spChg>
        <pc:spChg chg="mod ord">
          <ac:chgData name="Elie-daat Adler" userId="e2cc2eb6-833b-438b-a8a5-bd73d3035e54" providerId="ADAL" clId="{AFDDC753-158D-49FE-81DC-84630E49DB23}" dt="2026-01-09T10:36:00.991" v="395" actId="700"/>
          <ac:spMkLst>
            <pc:docMk/>
            <pc:sldMk cId="0" sldId="273"/>
            <ac:spMk id="3" creationId="{00000000-0000-0000-0000-000000000000}"/>
          </ac:spMkLst>
        </pc:spChg>
      </pc:sldChg>
      <pc:sldChg chg="addSp modSp mod chgLayout">
        <pc:chgData name="Elie-daat Adler" userId="e2cc2eb6-833b-438b-a8a5-bd73d3035e54" providerId="ADAL" clId="{AFDDC753-158D-49FE-81DC-84630E49DB23}" dt="2026-01-09T10:36:50.753" v="414" actId="27636"/>
        <pc:sldMkLst>
          <pc:docMk/>
          <pc:sldMk cId="0" sldId="274"/>
        </pc:sldMkLst>
        <pc:spChg chg="add mod ord">
          <ac:chgData name="Elie-daat Adler" userId="e2cc2eb6-833b-438b-a8a5-bd73d3035e54" providerId="ADAL" clId="{AFDDC753-158D-49FE-81DC-84630E49DB23}" dt="2026-01-09T10:36:50.748" v="413" actId="27636"/>
          <ac:spMkLst>
            <pc:docMk/>
            <pc:sldMk cId="0" sldId="274"/>
            <ac:spMk id="2" creationId="{57D85C40-1705-1617-D0D8-4A4F03FA67E0}"/>
          </ac:spMkLst>
        </pc:spChg>
        <pc:spChg chg="mod ord">
          <ac:chgData name="Elie-daat Adler" userId="e2cc2eb6-833b-438b-a8a5-bd73d3035e54" providerId="ADAL" clId="{AFDDC753-158D-49FE-81DC-84630E49DB23}" dt="2026-01-09T10:36:50.753" v="414" actId="27636"/>
          <ac:spMkLst>
            <pc:docMk/>
            <pc:sldMk cId="0" sldId="274"/>
            <ac:spMk id="3" creationId="{00000000-0000-0000-0000-000000000000}"/>
          </ac:spMkLst>
        </pc:spChg>
      </pc:sldChg>
      <pc:sldChg chg="addSp modSp mod chgLayout">
        <pc:chgData name="Elie-daat Adler" userId="e2cc2eb6-833b-438b-a8a5-bd73d3035e54" providerId="ADAL" clId="{AFDDC753-158D-49FE-81DC-84630E49DB23}" dt="2026-01-09T10:36:57.181" v="416" actId="27636"/>
        <pc:sldMkLst>
          <pc:docMk/>
          <pc:sldMk cId="0" sldId="275"/>
        </pc:sldMkLst>
        <pc:spChg chg="add mod ord">
          <ac:chgData name="Elie-daat Adler" userId="e2cc2eb6-833b-438b-a8a5-bd73d3035e54" providerId="ADAL" clId="{AFDDC753-158D-49FE-81DC-84630E49DB23}" dt="2026-01-09T10:36:57.181" v="416" actId="27636"/>
          <ac:spMkLst>
            <pc:docMk/>
            <pc:sldMk cId="0" sldId="275"/>
            <ac:spMk id="2" creationId="{36469A8A-4345-7514-D3E9-4348751404B7}"/>
          </ac:spMkLst>
        </pc:spChg>
        <pc:spChg chg="mod ord">
          <ac:chgData name="Elie-daat Adler" userId="e2cc2eb6-833b-438b-a8a5-bd73d3035e54" providerId="ADAL" clId="{AFDDC753-158D-49FE-81DC-84630E49DB23}" dt="2026-01-09T10:36:00.991" v="395" actId="700"/>
          <ac:spMkLst>
            <pc:docMk/>
            <pc:sldMk cId="0" sldId="275"/>
            <ac:spMk id="3" creationId="{00000000-0000-0000-0000-000000000000}"/>
          </ac:spMkLst>
        </pc:spChg>
      </pc:sldChg>
      <pc:sldChg chg="add">
        <pc:chgData name="Elie-daat Adler" userId="e2cc2eb6-833b-438b-a8a5-bd73d3035e54" providerId="ADAL" clId="{AFDDC753-158D-49FE-81DC-84630E49DB23}" dt="2026-01-11T04:18:06.645" v="2355"/>
        <pc:sldMkLst>
          <pc:docMk/>
          <pc:sldMk cId="113092774" sldId="276"/>
        </pc:sldMkLst>
      </pc:sldChg>
      <pc:sldChg chg="new del ord">
        <pc:chgData name="Elie-daat Adler" userId="e2cc2eb6-833b-438b-a8a5-bd73d3035e54" providerId="ADAL" clId="{AFDDC753-158D-49FE-81DC-84630E49DB23}" dt="2026-01-11T04:09:25.274" v="2178" actId="2696"/>
        <pc:sldMkLst>
          <pc:docMk/>
          <pc:sldMk cId="1746156629" sldId="276"/>
        </pc:sldMkLst>
      </pc:sldChg>
      <pc:sldChg chg="modSp new del mod ord">
        <pc:chgData name="Elie-daat Adler" userId="e2cc2eb6-833b-438b-a8a5-bd73d3035e54" providerId="ADAL" clId="{AFDDC753-158D-49FE-81DC-84630E49DB23}" dt="2026-01-11T07:06:19.175" v="2494" actId="2696"/>
        <pc:sldMkLst>
          <pc:docMk/>
          <pc:sldMk cId="878624686" sldId="277"/>
        </pc:sldMkLst>
        <pc:spChg chg="mod">
          <ac:chgData name="Elie-daat Adler" userId="e2cc2eb6-833b-438b-a8a5-bd73d3035e54" providerId="ADAL" clId="{AFDDC753-158D-49FE-81DC-84630E49DB23}" dt="2026-01-11T06:57:33.781" v="2413" actId="20577"/>
          <ac:spMkLst>
            <pc:docMk/>
            <pc:sldMk cId="878624686" sldId="277"/>
            <ac:spMk id="2" creationId="{18993C88-8B17-0FD2-5A11-424F654367AF}"/>
          </ac:spMkLst>
        </pc:spChg>
        <pc:spChg chg="mod">
          <ac:chgData name="Elie-daat Adler" userId="e2cc2eb6-833b-438b-a8a5-bd73d3035e54" providerId="ADAL" clId="{AFDDC753-158D-49FE-81DC-84630E49DB23}" dt="2026-01-11T07:05:10.848" v="2493" actId="12"/>
          <ac:spMkLst>
            <pc:docMk/>
            <pc:sldMk cId="878624686" sldId="277"/>
            <ac:spMk id="3" creationId="{2DDB78EB-59ED-DCD3-6ABD-4D7A1EFC4A7B}"/>
          </ac:spMkLst>
        </pc:spChg>
      </pc:sldChg>
      <pc:sldChg chg="add">
        <pc:chgData name="Elie-daat Adler" userId="e2cc2eb6-833b-438b-a8a5-bd73d3035e54" providerId="ADAL" clId="{AFDDC753-158D-49FE-81DC-84630E49DB23}" dt="2026-01-11T07:06:58.014" v="2495"/>
        <pc:sldMkLst>
          <pc:docMk/>
          <pc:sldMk cId="1363825482" sldId="277"/>
        </pc:sldMkLst>
      </pc:sldChg>
      <pc:sldChg chg="modSp new del mod ord">
        <pc:chgData name="Elie-daat Adler" userId="e2cc2eb6-833b-438b-a8a5-bd73d3035e54" providerId="ADAL" clId="{AFDDC753-158D-49FE-81DC-84630E49DB23}" dt="2026-01-11T02:47:16.337" v="1549" actId="2696"/>
        <pc:sldMkLst>
          <pc:docMk/>
          <pc:sldMk cId="3799672065" sldId="277"/>
        </pc:sldMkLst>
        <pc:spChg chg="mod">
          <ac:chgData name="Elie-daat Adler" userId="e2cc2eb6-833b-438b-a8a5-bd73d3035e54" providerId="ADAL" clId="{AFDDC753-158D-49FE-81DC-84630E49DB23}" dt="2026-01-11T02:46:39.812" v="1548" actId="20577"/>
          <ac:spMkLst>
            <pc:docMk/>
            <pc:sldMk cId="3799672065" sldId="277"/>
            <ac:spMk id="2" creationId="{2B594F9C-47F8-87E5-733A-317AC1B4743C}"/>
          </ac:spMkLst>
        </pc:spChg>
        <pc:spChg chg="mod">
          <ac:chgData name="Elie-daat Adler" userId="e2cc2eb6-833b-438b-a8a5-bd73d3035e54" providerId="ADAL" clId="{AFDDC753-158D-49FE-81DC-84630E49DB23}" dt="2026-01-11T02:44:12.471" v="1465" actId="20577"/>
          <ac:spMkLst>
            <pc:docMk/>
            <pc:sldMk cId="3799672065" sldId="277"/>
            <ac:spMk id="3" creationId="{3CCA3450-1881-5ED4-A246-DCA561443C50}"/>
          </ac:spMkLst>
        </pc:spChg>
      </pc:sldChg>
      <pc:sldChg chg="addSp modSp new del mod">
        <pc:chgData name="Elie-daat Adler" userId="e2cc2eb6-833b-438b-a8a5-bd73d3035e54" providerId="ADAL" clId="{AFDDC753-158D-49FE-81DC-84630E49DB23}" dt="2026-01-11T07:06:19.175" v="2494" actId="2696"/>
        <pc:sldMkLst>
          <pc:docMk/>
          <pc:sldMk cId="1285295651" sldId="278"/>
        </pc:sldMkLst>
        <pc:spChg chg="mod">
          <ac:chgData name="Elie-daat Adler" userId="e2cc2eb6-833b-438b-a8a5-bd73d3035e54" providerId="ADAL" clId="{AFDDC753-158D-49FE-81DC-84630E49DB23}" dt="2026-01-11T07:01:40.447" v="2459" actId="20577"/>
          <ac:spMkLst>
            <pc:docMk/>
            <pc:sldMk cId="1285295651" sldId="278"/>
            <ac:spMk id="2" creationId="{EA68193F-E9FD-4D98-1E69-F25850BA93ED}"/>
          </ac:spMkLst>
        </pc:spChg>
        <pc:spChg chg="mod">
          <ac:chgData name="Elie-daat Adler" userId="e2cc2eb6-833b-438b-a8a5-bd73d3035e54" providerId="ADAL" clId="{AFDDC753-158D-49FE-81DC-84630E49DB23}" dt="2026-01-11T07:03:14.090" v="2472" actId="207"/>
          <ac:spMkLst>
            <pc:docMk/>
            <pc:sldMk cId="1285295651" sldId="278"/>
            <ac:spMk id="3" creationId="{0AF75D72-F88D-47C8-A177-87D8C148EC74}"/>
          </ac:spMkLst>
        </pc:spChg>
        <pc:picChg chg="add mod">
          <ac:chgData name="Elie-daat Adler" userId="e2cc2eb6-833b-438b-a8a5-bd73d3035e54" providerId="ADAL" clId="{AFDDC753-158D-49FE-81DC-84630E49DB23}" dt="2026-01-11T07:02:45.474" v="2468" actId="14100"/>
          <ac:picMkLst>
            <pc:docMk/>
            <pc:sldMk cId="1285295651" sldId="278"/>
            <ac:picMk id="1026" creationId="{A6416FAE-5753-3A50-B554-3E2793CF6350}"/>
          </ac:picMkLst>
        </pc:picChg>
      </pc:sldChg>
      <pc:sldChg chg="add">
        <pc:chgData name="Elie-daat Adler" userId="e2cc2eb6-833b-438b-a8a5-bd73d3035e54" providerId="ADAL" clId="{AFDDC753-158D-49FE-81DC-84630E49DB23}" dt="2026-01-11T07:06:58.014" v="2495"/>
        <pc:sldMkLst>
          <pc:docMk/>
          <pc:sldMk cId="2656098525" sldId="278"/>
        </pc:sldMkLst>
      </pc:sldChg>
      <pc:sldChg chg="addSp delSp modSp new del mod">
        <pc:chgData name="Elie-daat Adler" userId="e2cc2eb6-833b-438b-a8a5-bd73d3035e54" providerId="ADAL" clId="{AFDDC753-158D-49FE-81DC-84630E49DB23}" dt="2026-01-11T07:06:19.175" v="2494" actId="2696"/>
        <pc:sldMkLst>
          <pc:docMk/>
          <pc:sldMk cId="372966748" sldId="279"/>
        </pc:sldMkLst>
        <pc:spChg chg="mod">
          <ac:chgData name="Elie-daat Adler" userId="e2cc2eb6-833b-438b-a8a5-bd73d3035e54" providerId="ADAL" clId="{AFDDC753-158D-49FE-81DC-84630E49DB23}" dt="2026-01-11T07:01:34.649" v="2456" actId="20577"/>
          <ac:spMkLst>
            <pc:docMk/>
            <pc:sldMk cId="372966748" sldId="279"/>
            <ac:spMk id="2" creationId="{4886D4BA-1CB8-EEC5-2DC9-28C89643DE19}"/>
          </ac:spMkLst>
        </pc:spChg>
        <pc:spChg chg="mod">
          <ac:chgData name="Elie-daat Adler" userId="e2cc2eb6-833b-438b-a8a5-bd73d3035e54" providerId="ADAL" clId="{AFDDC753-158D-49FE-81DC-84630E49DB23}" dt="2026-01-11T07:01:15.721" v="2452" actId="255"/>
          <ac:spMkLst>
            <pc:docMk/>
            <pc:sldMk cId="372966748" sldId="279"/>
            <ac:spMk id="3" creationId="{DC2BE9FA-1B01-419D-4FEF-DF841D70EB12}"/>
          </ac:spMkLst>
        </pc:spChg>
        <pc:spChg chg="add del mod">
          <ac:chgData name="Elie-daat Adler" userId="e2cc2eb6-833b-438b-a8a5-bd73d3035e54" providerId="ADAL" clId="{AFDDC753-158D-49FE-81DC-84630E49DB23}" dt="2026-01-11T07:00:17.265" v="2441"/>
          <ac:spMkLst>
            <pc:docMk/>
            <pc:sldMk cId="372966748" sldId="279"/>
            <ac:spMk id="5" creationId="{2810826F-5D97-8CF9-5886-B07FF041D50D}"/>
          </ac:spMkLst>
        </pc:spChg>
      </pc:sldChg>
      <pc:sldChg chg="add">
        <pc:chgData name="Elie-daat Adler" userId="e2cc2eb6-833b-438b-a8a5-bd73d3035e54" providerId="ADAL" clId="{AFDDC753-158D-49FE-81DC-84630E49DB23}" dt="2026-01-11T07:06:58.014" v="2495"/>
        <pc:sldMkLst>
          <pc:docMk/>
          <pc:sldMk cId="1958414696" sldId="279"/>
        </pc:sldMkLst>
      </pc:sldChg>
      <pc:sldChg chg="modSp new del mod">
        <pc:chgData name="Elie-daat Adler" userId="e2cc2eb6-833b-438b-a8a5-bd73d3035e54" providerId="ADAL" clId="{AFDDC753-158D-49FE-81DC-84630E49DB23}" dt="2026-01-11T07:06:19.175" v="2494" actId="2696"/>
        <pc:sldMkLst>
          <pc:docMk/>
          <pc:sldMk cId="2892204886" sldId="280"/>
        </pc:sldMkLst>
        <pc:spChg chg="mod">
          <ac:chgData name="Elie-daat Adler" userId="e2cc2eb6-833b-438b-a8a5-bd73d3035e54" providerId="ADAL" clId="{AFDDC753-158D-49FE-81DC-84630E49DB23}" dt="2026-01-11T07:03:50.706" v="2476" actId="20577"/>
          <ac:spMkLst>
            <pc:docMk/>
            <pc:sldMk cId="2892204886" sldId="280"/>
            <ac:spMk id="2" creationId="{3B8298DE-53CB-A494-F6DB-A1BD5D5031A1}"/>
          </ac:spMkLst>
        </pc:spChg>
        <pc:spChg chg="mod">
          <ac:chgData name="Elie-daat Adler" userId="e2cc2eb6-833b-438b-a8a5-bd73d3035e54" providerId="ADAL" clId="{AFDDC753-158D-49FE-81DC-84630E49DB23}" dt="2026-01-11T07:04:08.130" v="2485" actId="20577"/>
          <ac:spMkLst>
            <pc:docMk/>
            <pc:sldMk cId="2892204886" sldId="280"/>
            <ac:spMk id="3" creationId="{35F58202-BB96-16D5-C2E4-B1817DEF6BF5}"/>
          </ac:spMkLst>
        </pc:spChg>
      </pc:sldChg>
      <pc:sldChg chg="add">
        <pc:chgData name="Elie-daat Adler" userId="e2cc2eb6-833b-438b-a8a5-bd73d3035e54" providerId="ADAL" clId="{AFDDC753-158D-49FE-81DC-84630E49DB23}" dt="2026-01-11T07:06:58.014" v="2495"/>
        <pc:sldMkLst>
          <pc:docMk/>
          <pc:sldMk cId="4181563328" sldId="280"/>
        </pc:sldMkLst>
      </pc:sldChg>
      <pc:sldChg chg="add">
        <pc:chgData name="Elie-daat Adler" userId="e2cc2eb6-833b-438b-a8a5-bd73d3035e54" providerId="ADAL" clId="{AFDDC753-158D-49FE-81DC-84630E49DB23}" dt="2026-01-11T07:06:58.014" v="2495"/>
        <pc:sldMkLst>
          <pc:docMk/>
          <pc:sldMk cId="2156029549" sldId="281"/>
        </pc:sldMkLst>
      </pc:sldChg>
      <pc:sldChg chg="modSp new del mod">
        <pc:chgData name="Elie-daat Adler" userId="e2cc2eb6-833b-438b-a8a5-bd73d3035e54" providerId="ADAL" clId="{AFDDC753-158D-49FE-81DC-84630E49DB23}" dt="2026-01-11T07:06:19.175" v="2494" actId="2696"/>
        <pc:sldMkLst>
          <pc:docMk/>
          <pc:sldMk cId="3496524586" sldId="281"/>
        </pc:sldMkLst>
        <pc:spChg chg="mod">
          <ac:chgData name="Elie-daat Adler" userId="e2cc2eb6-833b-438b-a8a5-bd73d3035e54" providerId="ADAL" clId="{AFDDC753-158D-49FE-81DC-84630E49DB23}" dt="2026-01-11T07:04:39.690" v="2491" actId="20577"/>
          <ac:spMkLst>
            <pc:docMk/>
            <pc:sldMk cId="3496524586" sldId="281"/>
            <ac:spMk id="2" creationId="{D8A3F1F1-17AC-64E2-6E8F-77F348A9BA4D}"/>
          </ac:spMkLst>
        </pc:spChg>
        <pc:spChg chg="mod">
          <ac:chgData name="Elie-daat Adler" userId="e2cc2eb6-833b-438b-a8a5-bd73d3035e54" providerId="ADAL" clId="{AFDDC753-158D-49FE-81DC-84630E49DB23}" dt="2026-01-11T07:04:43.699" v="2492" actId="5793"/>
          <ac:spMkLst>
            <pc:docMk/>
            <pc:sldMk cId="3496524586" sldId="281"/>
            <ac:spMk id="3" creationId="{5FF1FCB3-4E1D-FD49-59BB-822E3A1077EA}"/>
          </ac:spMkLst>
        </pc:spChg>
      </pc:sldChg>
      <pc:sldChg chg="modSp new mod ord">
        <pc:chgData name="Elie-daat Adler" userId="e2cc2eb6-833b-438b-a8a5-bd73d3035e54" providerId="ADAL" clId="{AFDDC753-158D-49FE-81DC-84630E49DB23}" dt="2026-01-11T07:17:19.197" v="2969" actId="20577"/>
        <pc:sldMkLst>
          <pc:docMk/>
          <pc:sldMk cId="1758247465" sldId="282"/>
        </pc:sldMkLst>
        <pc:spChg chg="mod">
          <ac:chgData name="Elie-daat Adler" userId="e2cc2eb6-833b-438b-a8a5-bd73d3035e54" providerId="ADAL" clId="{AFDDC753-158D-49FE-81DC-84630E49DB23}" dt="2026-01-11T07:17:16.968" v="2954" actId="20577"/>
          <ac:spMkLst>
            <pc:docMk/>
            <pc:sldMk cId="1758247465" sldId="282"/>
            <ac:spMk id="2" creationId="{D49E9413-0DC8-2F8C-4772-A1A85CB93224}"/>
          </ac:spMkLst>
        </pc:spChg>
        <pc:spChg chg="mod">
          <ac:chgData name="Elie-daat Adler" userId="e2cc2eb6-833b-438b-a8a5-bd73d3035e54" providerId="ADAL" clId="{AFDDC753-158D-49FE-81DC-84630E49DB23}" dt="2026-01-11T07:17:19.197" v="2969" actId="20577"/>
          <ac:spMkLst>
            <pc:docMk/>
            <pc:sldMk cId="1758247465" sldId="282"/>
            <ac:spMk id="3" creationId="{0236D903-E737-C361-81DE-2476E4627EC7}"/>
          </ac:spMkLst>
        </pc:spChg>
      </pc:sldChg>
      <pc:sldChg chg="modSp new mod">
        <pc:chgData name="Elie-daat Adler" userId="e2cc2eb6-833b-438b-a8a5-bd73d3035e54" providerId="ADAL" clId="{AFDDC753-158D-49FE-81DC-84630E49DB23}" dt="2026-01-11T07:24:25.580" v="3012" actId="207"/>
        <pc:sldMkLst>
          <pc:docMk/>
          <pc:sldMk cId="1798921518" sldId="283"/>
        </pc:sldMkLst>
        <pc:spChg chg="mod">
          <ac:chgData name="Elie-daat Adler" userId="e2cc2eb6-833b-438b-a8a5-bd73d3035e54" providerId="ADAL" clId="{AFDDC753-158D-49FE-81DC-84630E49DB23}" dt="2026-01-11T07:24:25.580" v="3012" actId="207"/>
          <ac:spMkLst>
            <pc:docMk/>
            <pc:sldMk cId="1798921518" sldId="283"/>
            <ac:spMk id="2" creationId="{4CFE10BF-5E3E-2676-44A8-513FAFB6F922}"/>
          </ac:spMkLst>
        </pc:spChg>
        <pc:spChg chg="mod">
          <ac:chgData name="Elie-daat Adler" userId="e2cc2eb6-833b-438b-a8a5-bd73d3035e54" providerId="ADAL" clId="{AFDDC753-158D-49FE-81DC-84630E49DB23}" dt="2026-01-11T07:23:45.523" v="2991" actId="27636"/>
          <ac:spMkLst>
            <pc:docMk/>
            <pc:sldMk cId="1798921518" sldId="283"/>
            <ac:spMk id="3" creationId="{3D0A6A45-D3F3-4400-8096-CD094273F3D4}"/>
          </ac:spMkLst>
        </pc:spChg>
      </pc:sldChg>
    </pc:docChg>
  </pc:docChgLst>
</pc:chgInfo>
</file>

<file path=ppt/comments/modernComment_10A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8EB9658-E101-40F3-BCB3-70B5FAC05FFB}" authorId="{34F7A673-3479-C8D4-B703-D5F748D8A7DD}" created="2025-12-30T10:25:24.30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6"/>
      <ac:spMk id="3" creationId="{00000000-0000-0000-0000-000000000000}"/>
      <ac:txMk cp="25" len="122">
        <ac:context len="186" hash="3223450975"/>
      </ac:txMk>
    </ac:txMkLst>
    <p188:pos x="3821837" y="921612"/>
    <p188:txBody>
      <a:bodyPr/>
      <a:lstStyle/>
      <a:p>
        <a:r>
          <a:rPr lang="en-IL"/>
          <a:t>Fix to course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01FE8D-A206-4C59-AA03-BFAA8C52ACAC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L"/>
        </a:p>
      </dgm:t>
    </dgm:pt>
    <dgm:pt modelId="{29152D85-FAAD-4963-8828-3C1D677D96F2}">
      <dgm:prSet phldrT="[Text]"/>
      <dgm:spPr/>
      <dgm:t>
        <a:bodyPr/>
        <a:lstStyle/>
        <a:p>
          <a:r>
            <a:rPr lang="en-US" dirty="0"/>
            <a:t>Idea or Requirement</a:t>
          </a:r>
          <a:endParaRPr lang="en-IL" dirty="0"/>
        </a:p>
      </dgm:t>
    </dgm:pt>
    <dgm:pt modelId="{8FF11D01-4CA5-4204-9B46-13B61772EE60}" type="parTrans" cxnId="{FD9EB87F-AA2C-4601-A2CD-14A4284411DE}">
      <dgm:prSet/>
      <dgm:spPr/>
      <dgm:t>
        <a:bodyPr/>
        <a:lstStyle/>
        <a:p>
          <a:endParaRPr lang="en-IL"/>
        </a:p>
      </dgm:t>
    </dgm:pt>
    <dgm:pt modelId="{021228BB-0ECD-4A84-ADD6-E4FEC1EED8DD}" type="sibTrans" cxnId="{FD9EB87F-AA2C-4601-A2CD-14A4284411DE}">
      <dgm:prSet/>
      <dgm:spPr/>
      <dgm:t>
        <a:bodyPr/>
        <a:lstStyle/>
        <a:p>
          <a:endParaRPr lang="en-IL"/>
        </a:p>
      </dgm:t>
    </dgm:pt>
    <dgm:pt modelId="{D3D7F1F1-3799-47FE-83B6-756BF07116CC}">
      <dgm:prSet phldrT="[Text]"/>
      <dgm:spPr/>
      <dgm:t>
        <a:bodyPr/>
        <a:lstStyle/>
        <a:p>
          <a:r>
            <a:rPr lang="en-US" dirty="0"/>
            <a:t>GitHub Issue</a:t>
          </a:r>
          <a:endParaRPr lang="en-IL" dirty="0"/>
        </a:p>
      </dgm:t>
    </dgm:pt>
    <dgm:pt modelId="{450DEB35-7EDA-43A6-A127-5442443AA031}" type="parTrans" cxnId="{EB67F3C8-E5B3-4592-A30A-36784D09FFE5}">
      <dgm:prSet/>
      <dgm:spPr/>
      <dgm:t>
        <a:bodyPr/>
        <a:lstStyle/>
        <a:p>
          <a:endParaRPr lang="en-IL"/>
        </a:p>
      </dgm:t>
    </dgm:pt>
    <dgm:pt modelId="{1AA2DA18-6F47-4541-9DAC-3C3548D16FFF}" type="sibTrans" cxnId="{EB67F3C8-E5B3-4592-A30A-36784D09FFE5}">
      <dgm:prSet/>
      <dgm:spPr/>
      <dgm:t>
        <a:bodyPr/>
        <a:lstStyle/>
        <a:p>
          <a:endParaRPr lang="en-IL"/>
        </a:p>
      </dgm:t>
    </dgm:pt>
    <dgm:pt modelId="{8BC081F3-D5E2-4658-A887-D40E30AA8687}">
      <dgm:prSet phldrT="[Text]"/>
      <dgm:spPr/>
      <dgm:t>
        <a:bodyPr/>
        <a:lstStyle/>
        <a:p>
          <a:r>
            <a:rPr lang="en-US" dirty="0"/>
            <a:t>Feature Branch</a:t>
          </a:r>
          <a:endParaRPr lang="en-IL" dirty="0"/>
        </a:p>
      </dgm:t>
    </dgm:pt>
    <dgm:pt modelId="{BB1ED959-EEC9-41CC-9C8F-D543E601620D}" type="parTrans" cxnId="{1AF69225-3463-4E99-89F6-4C37CEC7196A}">
      <dgm:prSet/>
      <dgm:spPr/>
      <dgm:t>
        <a:bodyPr/>
        <a:lstStyle/>
        <a:p>
          <a:endParaRPr lang="en-IL"/>
        </a:p>
      </dgm:t>
    </dgm:pt>
    <dgm:pt modelId="{5D73ED88-6818-4D29-A60D-81575E933E0B}" type="sibTrans" cxnId="{1AF69225-3463-4E99-89F6-4C37CEC7196A}">
      <dgm:prSet/>
      <dgm:spPr/>
      <dgm:t>
        <a:bodyPr/>
        <a:lstStyle/>
        <a:p>
          <a:endParaRPr lang="en-IL"/>
        </a:p>
      </dgm:t>
    </dgm:pt>
    <dgm:pt modelId="{16090062-A846-45D0-A571-5027B83B515C}">
      <dgm:prSet phldrT="[Text]"/>
      <dgm:spPr/>
      <dgm:t>
        <a:bodyPr/>
        <a:lstStyle/>
        <a:p>
          <a:r>
            <a:rPr lang="en-US" dirty="0"/>
            <a:t>Pull Request</a:t>
          </a:r>
          <a:endParaRPr lang="en-IL" dirty="0"/>
        </a:p>
      </dgm:t>
    </dgm:pt>
    <dgm:pt modelId="{2188B1F7-48C8-42B2-8921-FD6B963527C3}" type="parTrans" cxnId="{B53B15F3-7C05-4A50-BD64-2AFACD79AC4F}">
      <dgm:prSet/>
      <dgm:spPr/>
      <dgm:t>
        <a:bodyPr/>
        <a:lstStyle/>
        <a:p>
          <a:endParaRPr lang="en-IL"/>
        </a:p>
      </dgm:t>
    </dgm:pt>
    <dgm:pt modelId="{0BD6193A-1F62-47F1-A603-FFF583967598}" type="sibTrans" cxnId="{B53B15F3-7C05-4A50-BD64-2AFACD79AC4F}">
      <dgm:prSet/>
      <dgm:spPr/>
      <dgm:t>
        <a:bodyPr/>
        <a:lstStyle/>
        <a:p>
          <a:endParaRPr lang="en-IL"/>
        </a:p>
      </dgm:t>
    </dgm:pt>
    <dgm:pt modelId="{6FEE4ED0-5482-4770-B7FB-CED849342675}">
      <dgm:prSet phldrT="[Text]"/>
      <dgm:spPr/>
      <dgm:t>
        <a:bodyPr/>
        <a:lstStyle/>
        <a:p>
          <a:r>
            <a:rPr lang="en-US" dirty="0"/>
            <a:t>Review + CI checks</a:t>
          </a:r>
          <a:endParaRPr lang="en-IL" dirty="0"/>
        </a:p>
      </dgm:t>
    </dgm:pt>
    <dgm:pt modelId="{E6DE30AE-5BC0-4F44-8028-790576957507}" type="parTrans" cxnId="{06DDE3AD-BCD8-4FB4-B76D-CA37DA4E9B1A}">
      <dgm:prSet/>
      <dgm:spPr/>
      <dgm:t>
        <a:bodyPr/>
        <a:lstStyle/>
        <a:p>
          <a:endParaRPr lang="en-IL"/>
        </a:p>
      </dgm:t>
    </dgm:pt>
    <dgm:pt modelId="{85B9A71B-5C7A-4E6B-B3D7-F619CD29B203}" type="sibTrans" cxnId="{06DDE3AD-BCD8-4FB4-B76D-CA37DA4E9B1A}">
      <dgm:prSet/>
      <dgm:spPr/>
      <dgm:t>
        <a:bodyPr/>
        <a:lstStyle/>
        <a:p>
          <a:endParaRPr lang="en-IL"/>
        </a:p>
      </dgm:t>
    </dgm:pt>
    <dgm:pt modelId="{2F8BAA37-4A53-4DF7-8CB6-87BFE2BD5C24}">
      <dgm:prSet phldrT="[Text]"/>
      <dgm:spPr/>
      <dgm:t>
        <a:bodyPr/>
        <a:lstStyle/>
        <a:p>
          <a:pPr>
            <a:buNone/>
          </a:pPr>
          <a:r>
            <a:rPr lang="en-US" dirty="0"/>
            <a:t>Merge </a:t>
          </a:r>
          <a:r>
            <a:rPr lang="en-US"/>
            <a:t>to main</a:t>
          </a:r>
          <a:endParaRPr lang="en-IL" dirty="0"/>
        </a:p>
      </dgm:t>
    </dgm:pt>
    <dgm:pt modelId="{591B2DE1-F87A-4558-BAD1-DF90E62FE100}" type="parTrans" cxnId="{A01F5E41-7A93-4494-BFE6-9E4AC652FE38}">
      <dgm:prSet/>
      <dgm:spPr/>
      <dgm:t>
        <a:bodyPr/>
        <a:lstStyle/>
        <a:p>
          <a:endParaRPr lang="en-IL"/>
        </a:p>
      </dgm:t>
    </dgm:pt>
    <dgm:pt modelId="{A44BC136-9839-4031-A6EF-7C89A883CBE8}" type="sibTrans" cxnId="{A01F5E41-7A93-4494-BFE6-9E4AC652FE38}">
      <dgm:prSet/>
      <dgm:spPr/>
      <dgm:t>
        <a:bodyPr/>
        <a:lstStyle/>
        <a:p>
          <a:endParaRPr lang="en-IL"/>
        </a:p>
      </dgm:t>
    </dgm:pt>
    <dgm:pt modelId="{F24C5646-442A-4118-A569-202AE026F114}" type="pres">
      <dgm:prSet presAssocID="{7A01FE8D-A206-4C59-AA03-BFAA8C52ACAC}" presName="diagram" presStyleCnt="0">
        <dgm:presLayoutVars>
          <dgm:dir/>
          <dgm:resizeHandles val="exact"/>
        </dgm:presLayoutVars>
      </dgm:prSet>
      <dgm:spPr/>
    </dgm:pt>
    <dgm:pt modelId="{C379682C-D9DB-4455-9739-F82E0C353867}" type="pres">
      <dgm:prSet presAssocID="{29152D85-FAAD-4963-8828-3C1D677D96F2}" presName="node" presStyleLbl="node1" presStyleIdx="0" presStyleCnt="6">
        <dgm:presLayoutVars>
          <dgm:bulletEnabled val="1"/>
        </dgm:presLayoutVars>
      </dgm:prSet>
      <dgm:spPr/>
    </dgm:pt>
    <dgm:pt modelId="{2D2EABF6-3D6F-4803-A36D-04A80B2934F2}" type="pres">
      <dgm:prSet presAssocID="{021228BB-0ECD-4A84-ADD6-E4FEC1EED8DD}" presName="sibTrans" presStyleLbl="sibTrans2D1" presStyleIdx="0" presStyleCnt="5"/>
      <dgm:spPr/>
    </dgm:pt>
    <dgm:pt modelId="{EBE9F24B-DE9F-4DE8-AD69-ABA0516BA7CD}" type="pres">
      <dgm:prSet presAssocID="{021228BB-0ECD-4A84-ADD6-E4FEC1EED8DD}" presName="connectorText" presStyleLbl="sibTrans2D1" presStyleIdx="0" presStyleCnt="5"/>
      <dgm:spPr/>
    </dgm:pt>
    <dgm:pt modelId="{EB424A34-749B-4478-AF57-48F780D0869B}" type="pres">
      <dgm:prSet presAssocID="{D3D7F1F1-3799-47FE-83B6-756BF07116CC}" presName="node" presStyleLbl="node1" presStyleIdx="1" presStyleCnt="6">
        <dgm:presLayoutVars>
          <dgm:bulletEnabled val="1"/>
        </dgm:presLayoutVars>
      </dgm:prSet>
      <dgm:spPr/>
    </dgm:pt>
    <dgm:pt modelId="{454E905E-2DDF-43FB-8112-5E200308D0DB}" type="pres">
      <dgm:prSet presAssocID="{1AA2DA18-6F47-4541-9DAC-3C3548D16FFF}" presName="sibTrans" presStyleLbl="sibTrans2D1" presStyleIdx="1" presStyleCnt="5"/>
      <dgm:spPr/>
    </dgm:pt>
    <dgm:pt modelId="{DA37342F-3C88-4837-B4BE-ED36F261A01E}" type="pres">
      <dgm:prSet presAssocID="{1AA2DA18-6F47-4541-9DAC-3C3548D16FFF}" presName="connectorText" presStyleLbl="sibTrans2D1" presStyleIdx="1" presStyleCnt="5"/>
      <dgm:spPr/>
    </dgm:pt>
    <dgm:pt modelId="{2DFF9972-424B-45DD-8357-978B54A8B820}" type="pres">
      <dgm:prSet presAssocID="{8BC081F3-D5E2-4658-A887-D40E30AA8687}" presName="node" presStyleLbl="node1" presStyleIdx="2" presStyleCnt="6">
        <dgm:presLayoutVars>
          <dgm:bulletEnabled val="1"/>
        </dgm:presLayoutVars>
      </dgm:prSet>
      <dgm:spPr/>
    </dgm:pt>
    <dgm:pt modelId="{D4C74638-E182-4F08-A70B-53206273A4EB}" type="pres">
      <dgm:prSet presAssocID="{5D73ED88-6818-4D29-A60D-81575E933E0B}" presName="sibTrans" presStyleLbl="sibTrans2D1" presStyleIdx="2" presStyleCnt="5"/>
      <dgm:spPr/>
    </dgm:pt>
    <dgm:pt modelId="{0516BF79-DE9D-4804-A44E-26D9946C94F8}" type="pres">
      <dgm:prSet presAssocID="{5D73ED88-6818-4D29-A60D-81575E933E0B}" presName="connectorText" presStyleLbl="sibTrans2D1" presStyleIdx="2" presStyleCnt="5"/>
      <dgm:spPr/>
    </dgm:pt>
    <dgm:pt modelId="{5CDEF66C-60C1-4919-ACB0-F815AD9526EA}" type="pres">
      <dgm:prSet presAssocID="{16090062-A846-45D0-A571-5027B83B515C}" presName="node" presStyleLbl="node1" presStyleIdx="3" presStyleCnt="6">
        <dgm:presLayoutVars>
          <dgm:bulletEnabled val="1"/>
        </dgm:presLayoutVars>
      </dgm:prSet>
      <dgm:spPr/>
    </dgm:pt>
    <dgm:pt modelId="{81882A78-6D1C-489B-862C-58D5D0E5010F}" type="pres">
      <dgm:prSet presAssocID="{0BD6193A-1F62-47F1-A603-FFF583967598}" presName="sibTrans" presStyleLbl="sibTrans2D1" presStyleIdx="3" presStyleCnt="5"/>
      <dgm:spPr/>
    </dgm:pt>
    <dgm:pt modelId="{06D4081F-D125-4DDA-88C4-EEF25AE9200E}" type="pres">
      <dgm:prSet presAssocID="{0BD6193A-1F62-47F1-A603-FFF583967598}" presName="connectorText" presStyleLbl="sibTrans2D1" presStyleIdx="3" presStyleCnt="5"/>
      <dgm:spPr/>
    </dgm:pt>
    <dgm:pt modelId="{59C79B04-E111-43A8-9A01-3983F39D238F}" type="pres">
      <dgm:prSet presAssocID="{6FEE4ED0-5482-4770-B7FB-CED849342675}" presName="node" presStyleLbl="node1" presStyleIdx="4" presStyleCnt="6">
        <dgm:presLayoutVars>
          <dgm:bulletEnabled val="1"/>
        </dgm:presLayoutVars>
      </dgm:prSet>
      <dgm:spPr/>
    </dgm:pt>
    <dgm:pt modelId="{095BA37B-6101-4AAF-97DE-96361EDD8A28}" type="pres">
      <dgm:prSet presAssocID="{85B9A71B-5C7A-4E6B-B3D7-F619CD29B203}" presName="sibTrans" presStyleLbl="sibTrans2D1" presStyleIdx="4" presStyleCnt="5"/>
      <dgm:spPr/>
    </dgm:pt>
    <dgm:pt modelId="{94D5B3F0-2BA6-4A14-855C-6C79F0274442}" type="pres">
      <dgm:prSet presAssocID="{85B9A71B-5C7A-4E6B-B3D7-F619CD29B203}" presName="connectorText" presStyleLbl="sibTrans2D1" presStyleIdx="4" presStyleCnt="5"/>
      <dgm:spPr/>
    </dgm:pt>
    <dgm:pt modelId="{E8F0B250-4F5B-4F27-9579-6EFA9C7EB342}" type="pres">
      <dgm:prSet presAssocID="{2F8BAA37-4A53-4DF7-8CB6-87BFE2BD5C24}" presName="node" presStyleLbl="node1" presStyleIdx="5" presStyleCnt="6">
        <dgm:presLayoutVars>
          <dgm:bulletEnabled val="1"/>
        </dgm:presLayoutVars>
      </dgm:prSet>
      <dgm:spPr/>
    </dgm:pt>
  </dgm:ptLst>
  <dgm:cxnLst>
    <dgm:cxn modelId="{2F3ED904-B114-458A-9CAA-CC7E1C10A016}" type="presOf" srcId="{0BD6193A-1F62-47F1-A603-FFF583967598}" destId="{81882A78-6D1C-489B-862C-58D5D0E5010F}" srcOrd="0" destOrd="0" presId="urn:microsoft.com/office/officeart/2005/8/layout/process5"/>
    <dgm:cxn modelId="{BE7BE818-9594-419E-8996-30F0F486E63A}" type="presOf" srcId="{2F8BAA37-4A53-4DF7-8CB6-87BFE2BD5C24}" destId="{E8F0B250-4F5B-4F27-9579-6EFA9C7EB342}" srcOrd="0" destOrd="0" presId="urn:microsoft.com/office/officeart/2005/8/layout/process5"/>
    <dgm:cxn modelId="{0E8C8125-B040-4526-8BE3-A8BA7EB5145E}" type="presOf" srcId="{85B9A71B-5C7A-4E6B-B3D7-F619CD29B203}" destId="{94D5B3F0-2BA6-4A14-855C-6C79F0274442}" srcOrd="1" destOrd="0" presId="urn:microsoft.com/office/officeart/2005/8/layout/process5"/>
    <dgm:cxn modelId="{1AF69225-3463-4E99-89F6-4C37CEC7196A}" srcId="{7A01FE8D-A206-4C59-AA03-BFAA8C52ACAC}" destId="{8BC081F3-D5E2-4658-A887-D40E30AA8687}" srcOrd="2" destOrd="0" parTransId="{BB1ED959-EEC9-41CC-9C8F-D543E601620D}" sibTransId="{5D73ED88-6818-4D29-A60D-81575E933E0B}"/>
    <dgm:cxn modelId="{DFC27D39-CFE0-4729-8E29-E1D3464E6B07}" type="presOf" srcId="{0BD6193A-1F62-47F1-A603-FFF583967598}" destId="{06D4081F-D125-4DDA-88C4-EEF25AE9200E}" srcOrd="1" destOrd="0" presId="urn:microsoft.com/office/officeart/2005/8/layout/process5"/>
    <dgm:cxn modelId="{A01F5E41-7A93-4494-BFE6-9E4AC652FE38}" srcId="{7A01FE8D-A206-4C59-AA03-BFAA8C52ACAC}" destId="{2F8BAA37-4A53-4DF7-8CB6-87BFE2BD5C24}" srcOrd="5" destOrd="0" parTransId="{591B2DE1-F87A-4558-BAD1-DF90E62FE100}" sibTransId="{A44BC136-9839-4031-A6EF-7C89A883CBE8}"/>
    <dgm:cxn modelId="{E62E5864-0825-4DCB-9856-32732EAFD8EE}" type="presOf" srcId="{16090062-A846-45D0-A571-5027B83B515C}" destId="{5CDEF66C-60C1-4919-ACB0-F815AD9526EA}" srcOrd="0" destOrd="0" presId="urn:microsoft.com/office/officeart/2005/8/layout/process5"/>
    <dgm:cxn modelId="{256E9F48-AF72-49D8-9610-6BF78918276A}" type="presOf" srcId="{29152D85-FAAD-4963-8828-3C1D677D96F2}" destId="{C379682C-D9DB-4455-9739-F82E0C353867}" srcOrd="0" destOrd="0" presId="urn:microsoft.com/office/officeart/2005/8/layout/process5"/>
    <dgm:cxn modelId="{711BDA69-756A-4230-A42E-1E30BF3701B0}" type="presOf" srcId="{6FEE4ED0-5482-4770-B7FB-CED849342675}" destId="{59C79B04-E111-43A8-9A01-3983F39D238F}" srcOrd="0" destOrd="0" presId="urn:microsoft.com/office/officeart/2005/8/layout/process5"/>
    <dgm:cxn modelId="{4C33FC4D-61F6-41D5-A0AB-1F29C0B60141}" type="presOf" srcId="{85B9A71B-5C7A-4E6B-B3D7-F619CD29B203}" destId="{095BA37B-6101-4AAF-97DE-96361EDD8A28}" srcOrd="0" destOrd="0" presId="urn:microsoft.com/office/officeart/2005/8/layout/process5"/>
    <dgm:cxn modelId="{BAB1164E-FFC3-47BB-9BC7-7C271651FA1B}" type="presOf" srcId="{5D73ED88-6818-4D29-A60D-81575E933E0B}" destId="{0516BF79-DE9D-4804-A44E-26D9946C94F8}" srcOrd="1" destOrd="0" presId="urn:microsoft.com/office/officeart/2005/8/layout/process5"/>
    <dgm:cxn modelId="{234BDC73-CFAB-47C2-BCF8-89CAA736DC43}" type="presOf" srcId="{D3D7F1F1-3799-47FE-83B6-756BF07116CC}" destId="{EB424A34-749B-4478-AF57-48F780D0869B}" srcOrd="0" destOrd="0" presId="urn:microsoft.com/office/officeart/2005/8/layout/process5"/>
    <dgm:cxn modelId="{FD9EB87F-AA2C-4601-A2CD-14A4284411DE}" srcId="{7A01FE8D-A206-4C59-AA03-BFAA8C52ACAC}" destId="{29152D85-FAAD-4963-8828-3C1D677D96F2}" srcOrd="0" destOrd="0" parTransId="{8FF11D01-4CA5-4204-9B46-13B61772EE60}" sibTransId="{021228BB-0ECD-4A84-ADD6-E4FEC1EED8DD}"/>
    <dgm:cxn modelId="{97D5B888-B57B-4C78-96A3-F9DE2CAF210E}" type="presOf" srcId="{021228BB-0ECD-4A84-ADD6-E4FEC1EED8DD}" destId="{EBE9F24B-DE9F-4DE8-AD69-ABA0516BA7CD}" srcOrd="1" destOrd="0" presId="urn:microsoft.com/office/officeart/2005/8/layout/process5"/>
    <dgm:cxn modelId="{0196AD92-4246-45E2-8523-F2797D480B47}" type="presOf" srcId="{5D73ED88-6818-4D29-A60D-81575E933E0B}" destId="{D4C74638-E182-4F08-A70B-53206273A4EB}" srcOrd="0" destOrd="0" presId="urn:microsoft.com/office/officeart/2005/8/layout/process5"/>
    <dgm:cxn modelId="{8563BAAB-B522-4265-BA4A-8FCB03155C39}" type="presOf" srcId="{021228BB-0ECD-4A84-ADD6-E4FEC1EED8DD}" destId="{2D2EABF6-3D6F-4803-A36D-04A80B2934F2}" srcOrd="0" destOrd="0" presId="urn:microsoft.com/office/officeart/2005/8/layout/process5"/>
    <dgm:cxn modelId="{06DDE3AD-BCD8-4FB4-B76D-CA37DA4E9B1A}" srcId="{7A01FE8D-A206-4C59-AA03-BFAA8C52ACAC}" destId="{6FEE4ED0-5482-4770-B7FB-CED849342675}" srcOrd="4" destOrd="0" parTransId="{E6DE30AE-5BC0-4F44-8028-790576957507}" sibTransId="{85B9A71B-5C7A-4E6B-B3D7-F619CD29B203}"/>
    <dgm:cxn modelId="{EB67F3C8-E5B3-4592-A30A-36784D09FFE5}" srcId="{7A01FE8D-A206-4C59-AA03-BFAA8C52ACAC}" destId="{D3D7F1F1-3799-47FE-83B6-756BF07116CC}" srcOrd="1" destOrd="0" parTransId="{450DEB35-7EDA-43A6-A127-5442443AA031}" sibTransId="{1AA2DA18-6F47-4541-9DAC-3C3548D16FFF}"/>
    <dgm:cxn modelId="{9E5138DB-7179-4C5E-8229-57ACE5E2D40E}" type="presOf" srcId="{8BC081F3-D5E2-4658-A887-D40E30AA8687}" destId="{2DFF9972-424B-45DD-8357-978B54A8B820}" srcOrd="0" destOrd="0" presId="urn:microsoft.com/office/officeart/2005/8/layout/process5"/>
    <dgm:cxn modelId="{E3AF77E0-91CE-41AE-9C93-902FF0EA7657}" type="presOf" srcId="{1AA2DA18-6F47-4541-9DAC-3C3548D16FFF}" destId="{DA37342F-3C88-4837-B4BE-ED36F261A01E}" srcOrd="1" destOrd="0" presId="urn:microsoft.com/office/officeart/2005/8/layout/process5"/>
    <dgm:cxn modelId="{954C4FF0-497B-4D3F-AA40-6DB1950235DD}" type="presOf" srcId="{1AA2DA18-6F47-4541-9DAC-3C3548D16FFF}" destId="{454E905E-2DDF-43FB-8112-5E200308D0DB}" srcOrd="0" destOrd="0" presId="urn:microsoft.com/office/officeart/2005/8/layout/process5"/>
    <dgm:cxn modelId="{B53B15F3-7C05-4A50-BD64-2AFACD79AC4F}" srcId="{7A01FE8D-A206-4C59-AA03-BFAA8C52ACAC}" destId="{16090062-A846-45D0-A571-5027B83B515C}" srcOrd="3" destOrd="0" parTransId="{2188B1F7-48C8-42B2-8921-FD6B963527C3}" sibTransId="{0BD6193A-1F62-47F1-A603-FFF583967598}"/>
    <dgm:cxn modelId="{FE7945FB-2D98-48A5-9650-41D6BDBFEFC0}" type="presOf" srcId="{7A01FE8D-A206-4C59-AA03-BFAA8C52ACAC}" destId="{F24C5646-442A-4118-A569-202AE026F114}" srcOrd="0" destOrd="0" presId="urn:microsoft.com/office/officeart/2005/8/layout/process5"/>
    <dgm:cxn modelId="{1D9BE201-6869-4577-8684-43E807BB575B}" type="presParOf" srcId="{F24C5646-442A-4118-A569-202AE026F114}" destId="{C379682C-D9DB-4455-9739-F82E0C353867}" srcOrd="0" destOrd="0" presId="urn:microsoft.com/office/officeart/2005/8/layout/process5"/>
    <dgm:cxn modelId="{D6466F47-2554-40CB-9DB5-B59BACFD3212}" type="presParOf" srcId="{F24C5646-442A-4118-A569-202AE026F114}" destId="{2D2EABF6-3D6F-4803-A36D-04A80B2934F2}" srcOrd="1" destOrd="0" presId="urn:microsoft.com/office/officeart/2005/8/layout/process5"/>
    <dgm:cxn modelId="{A0A1F3C6-ED14-4CF4-8FE6-75149A670F61}" type="presParOf" srcId="{2D2EABF6-3D6F-4803-A36D-04A80B2934F2}" destId="{EBE9F24B-DE9F-4DE8-AD69-ABA0516BA7CD}" srcOrd="0" destOrd="0" presId="urn:microsoft.com/office/officeart/2005/8/layout/process5"/>
    <dgm:cxn modelId="{3A1BD698-CD54-4983-BFEC-F2EAA1F7A58E}" type="presParOf" srcId="{F24C5646-442A-4118-A569-202AE026F114}" destId="{EB424A34-749B-4478-AF57-48F780D0869B}" srcOrd="2" destOrd="0" presId="urn:microsoft.com/office/officeart/2005/8/layout/process5"/>
    <dgm:cxn modelId="{1B35FE51-BDFA-45BF-A86E-A2810A9ECA96}" type="presParOf" srcId="{F24C5646-442A-4118-A569-202AE026F114}" destId="{454E905E-2DDF-43FB-8112-5E200308D0DB}" srcOrd="3" destOrd="0" presId="urn:microsoft.com/office/officeart/2005/8/layout/process5"/>
    <dgm:cxn modelId="{BA8A2AD9-28BA-42F3-B59F-16B6A306A73D}" type="presParOf" srcId="{454E905E-2DDF-43FB-8112-5E200308D0DB}" destId="{DA37342F-3C88-4837-B4BE-ED36F261A01E}" srcOrd="0" destOrd="0" presId="urn:microsoft.com/office/officeart/2005/8/layout/process5"/>
    <dgm:cxn modelId="{AFE21704-9E77-48D9-8B37-BBD16BD6FD35}" type="presParOf" srcId="{F24C5646-442A-4118-A569-202AE026F114}" destId="{2DFF9972-424B-45DD-8357-978B54A8B820}" srcOrd="4" destOrd="0" presId="urn:microsoft.com/office/officeart/2005/8/layout/process5"/>
    <dgm:cxn modelId="{6C02877A-EA60-4F8C-8420-0D93F2F37128}" type="presParOf" srcId="{F24C5646-442A-4118-A569-202AE026F114}" destId="{D4C74638-E182-4F08-A70B-53206273A4EB}" srcOrd="5" destOrd="0" presId="urn:microsoft.com/office/officeart/2005/8/layout/process5"/>
    <dgm:cxn modelId="{87D8ADA0-5EB9-4B1E-BE59-BF0D96522FCC}" type="presParOf" srcId="{D4C74638-E182-4F08-A70B-53206273A4EB}" destId="{0516BF79-DE9D-4804-A44E-26D9946C94F8}" srcOrd="0" destOrd="0" presId="urn:microsoft.com/office/officeart/2005/8/layout/process5"/>
    <dgm:cxn modelId="{665501E0-F2EF-449D-85EE-275E0467EE1C}" type="presParOf" srcId="{F24C5646-442A-4118-A569-202AE026F114}" destId="{5CDEF66C-60C1-4919-ACB0-F815AD9526EA}" srcOrd="6" destOrd="0" presId="urn:microsoft.com/office/officeart/2005/8/layout/process5"/>
    <dgm:cxn modelId="{7252C6E5-ACE2-44B2-8976-BFA13C5AD93A}" type="presParOf" srcId="{F24C5646-442A-4118-A569-202AE026F114}" destId="{81882A78-6D1C-489B-862C-58D5D0E5010F}" srcOrd="7" destOrd="0" presId="urn:microsoft.com/office/officeart/2005/8/layout/process5"/>
    <dgm:cxn modelId="{E30417EC-2709-437D-BB3C-2CC10FDAB6D4}" type="presParOf" srcId="{81882A78-6D1C-489B-862C-58D5D0E5010F}" destId="{06D4081F-D125-4DDA-88C4-EEF25AE9200E}" srcOrd="0" destOrd="0" presId="urn:microsoft.com/office/officeart/2005/8/layout/process5"/>
    <dgm:cxn modelId="{E7DB6DC9-33E9-467D-B204-04134B87805D}" type="presParOf" srcId="{F24C5646-442A-4118-A569-202AE026F114}" destId="{59C79B04-E111-43A8-9A01-3983F39D238F}" srcOrd="8" destOrd="0" presId="urn:microsoft.com/office/officeart/2005/8/layout/process5"/>
    <dgm:cxn modelId="{566FE2B8-1549-4335-A449-55A0E4168DCF}" type="presParOf" srcId="{F24C5646-442A-4118-A569-202AE026F114}" destId="{095BA37B-6101-4AAF-97DE-96361EDD8A28}" srcOrd="9" destOrd="0" presId="urn:microsoft.com/office/officeart/2005/8/layout/process5"/>
    <dgm:cxn modelId="{1E6D2B54-C170-498B-A94F-C63074179FD6}" type="presParOf" srcId="{095BA37B-6101-4AAF-97DE-96361EDD8A28}" destId="{94D5B3F0-2BA6-4A14-855C-6C79F0274442}" srcOrd="0" destOrd="0" presId="urn:microsoft.com/office/officeart/2005/8/layout/process5"/>
    <dgm:cxn modelId="{84A6C056-0297-4709-B0BC-A3F3C6E5D4A0}" type="presParOf" srcId="{F24C5646-442A-4118-A569-202AE026F114}" destId="{E8F0B250-4F5B-4F27-9579-6EFA9C7EB342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79682C-D9DB-4455-9739-F82E0C353867}">
      <dsp:nvSpPr>
        <dsp:cNvPr id="0" name=""/>
        <dsp:cNvSpPr/>
      </dsp:nvSpPr>
      <dsp:spPr>
        <a:xfrm>
          <a:off x="6086" y="770737"/>
          <a:ext cx="1819180" cy="10915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Idea or Requirement</a:t>
          </a:r>
          <a:endParaRPr lang="en-IL" sz="2300" kern="1200" dirty="0"/>
        </a:p>
      </dsp:txBody>
      <dsp:txXfrm>
        <a:off x="38055" y="802706"/>
        <a:ext cx="1755242" cy="1027570"/>
      </dsp:txXfrm>
    </dsp:sp>
    <dsp:sp modelId="{2D2EABF6-3D6F-4803-A36D-04A80B2934F2}">
      <dsp:nvSpPr>
        <dsp:cNvPr id="0" name=""/>
        <dsp:cNvSpPr/>
      </dsp:nvSpPr>
      <dsp:spPr>
        <a:xfrm>
          <a:off x="1985354" y="1090913"/>
          <a:ext cx="385666" cy="4511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L" sz="1800" kern="1200"/>
        </a:p>
      </dsp:txBody>
      <dsp:txXfrm>
        <a:off x="1985354" y="1181144"/>
        <a:ext cx="269966" cy="270694"/>
      </dsp:txXfrm>
    </dsp:sp>
    <dsp:sp modelId="{EB424A34-749B-4478-AF57-48F780D0869B}">
      <dsp:nvSpPr>
        <dsp:cNvPr id="0" name=""/>
        <dsp:cNvSpPr/>
      </dsp:nvSpPr>
      <dsp:spPr>
        <a:xfrm>
          <a:off x="2552938" y="770737"/>
          <a:ext cx="1819180" cy="10915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GitHub Issue</a:t>
          </a:r>
          <a:endParaRPr lang="en-IL" sz="2300" kern="1200" dirty="0"/>
        </a:p>
      </dsp:txBody>
      <dsp:txXfrm>
        <a:off x="2584907" y="802706"/>
        <a:ext cx="1755242" cy="1027570"/>
      </dsp:txXfrm>
    </dsp:sp>
    <dsp:sp modelId="{454E905E-2DDF-43FB-8112-5E200308D0DB}">
      <dsp:nvSpPr>
        <dsp:cNvPr id="0" name=""/>
        <dsp:cNvSpPr/>
      </dsp:nvSpPr>
      <dsp:spPr>
        <a:xfrm>
          <a:off x="4532206" y="1090913"/>
          <a:ext cx="385666" cy="4511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L" sz="1800" kern="1200"/>
        </a:p>
      </dsp:txBody>
      <dsp:txXfrm>
        <a:off x="4532206" y="1181144"/>
        <a:ext cx="269966" cy="270694"/>
      </dsp:txXfrm>
    </dsp:sp>
    <dsp:sp modelId="{2DFF9972-424B-45DD-8357-978B54A8B820}">
      <dsp:nvSpPr>
        <dsp:cNvPr id="0" name=""/>
        <dsp:cNvSpPr/>
      </dsp:nvSpPr>
      <dsp:spPr>
        <a:xfrm>
          <a:off x="5099790" y="770737"/>
          <a:ext cx="1819180" cy="10915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Feature Branch</a:t>
          </a:r>
          <a:endParaRPr lang="en-IL" sz="2300" kern="1200" dirty="0"/>
        </a:p>
      </dsp:txBody>
      <dsp:txXfrm>
        <a:off x="5131759" y="802706"/>
        <a:ext cx="1755242" cy="1027570"/>
      </dsp:txXfrm>
    </dsp:sp>
    <dsp:sp modelId="{D4C74638-E182-4F08-A70B-53206273A4EB}">
      <dsp:nvSpPr>
        <dsp:cNvPr id="0" name=""/>
        <dsp:cNvSpPr/>
      </dsp:nvSpPr>
      <dsp:spPr>
        <a:xfrm rot="5400000">
          <a:off x="5816547" y="1989588"/>
          <a:ext cx="385666" cy="4511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L" sz="1800" kern="1200"/>
        </a:p>
      </dsp:txBody>
      <dsp:txXfrm rot="-5400000">
        <a:off x="5874033" y="2022333"/>
        <a:ext cx="270694" cy="269966"/>
      </dsp:txXfrm>
    </dsp:sp>
    <dsp:sp modelId="{5CDEF66C-60C1-4919-ACB0-F815AD9526EA}">
      <dsp:nvSpPr>
        <dsp:cNvPr id="0" name=""/>
        <dsp:cNvSpPr/>
      </dsp:nvSpPr>
      <dsp:spPr>
        <a:xfrm>
          <a:off x="5099790" y="2589918"/>
          <a:ext cx="1819180" cy="10915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Pull Request</a:t>
          </a:r>
          <a:endParaRPr lang="en-IL" sz="2300" kern="1200" dirty="0"/>
        </a:p>
      </dsp:txBody>
      <dsp:txXfrm>
        <a:off x="5131759" y="2621887"/>
        <a:ext cx="1755242" cy="1027570"/>
      </dsp:txXfrm>
    </dsp:sp>
    <dsp:sp modelId="{81882A78-6D1C-489B-862C-58D5D0E5010F}">
      <dsp:nvSpPr>
        <dsp:cNvPr id="0" name=""/>
        <dsp:cNvSpPr/>
      </dsp:nvSpPr>
      <dsp:spPr>
        <a:xfrm rot="10800000">
          <a:off x="4554036" y="2910093"/>
          <a:ext cx="385666" cy="4511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L" sz="1800" kern="1200"/>
        </a:p>
      </dsp:txBody>
      <dsp:txXfrm rot="10800000">
        <a:off x="4669736" y="3000324"/>
        <a:ext cx="269966" cy="270694"/>
      </dsp:txXfrm>
    </dsp:sp>
    <dsp:sp modelId="{59C79B04-E111-43A8-9A01-3983F39D238F}">
      <dsp:nvSpPr>
        <dsp:cNvPr id="0" name=""/>
        <dsp:cNvSpPr/>
      </dsp:nvSpPr>
      <dsp:spPr>
        <a:xfrm>
          <a:off x="2552938" y="2589918"/>
          <a:ext cx="1819180" cy="10915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Review + CI checks</a:t>
          </a:r>
          <a:endParaRPr lang="en-IL" sz="2300" kern="1200" dirty="0"/>
        </a:p>
      </dsp:txBody>
      <dsp:txXfrm>
        <a:off x="2584907" y="2621887"/>
        <a:ext cx="1755242" cy="1027570"/>
      </dsp:txXfrm>
    </dsp:sp>
    <dsp:sp modelId="{095BA37B-6101-4AAF-97DE-96361EDD8A28}">
      <dsp:nvSpPr>
        <dsp:cNvPr id="0" name=""/>
        <dsp:cNvSpPr/>
      </dsp:nvSpPr>
      <dsp:spPr>
        <a:xfrm rot="10800000">
          <a:off x="2007184" y="2910093"/>
          <a:ext cx="385666" cy="4511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L" sz="1800" kern="1200"/>
        </a:p>
      </dsp:txBody>
      <dsp:txXfrm rot="10800000">
        <a:off x="2122884" y="3000324"/>
        <a:ext cx="269966" cy="270694"/>
      </dsp:txXfrm>
    </dsp:sp>
    <dsp:sp modelId="{E8F0B250-4F5B-4F27-9579-6EFA9C7EB342}">
      <dsp:nvSpPr>
        <dsp:cNvPr id="0" name=""/>
        <dsp:cNvSpPr/>
      </dsp:nvSpPr>
      <dsp:spPr>
        <a:xfrm>
          <a:off x="6086" y="2589918"/>
          <a:ext cx="1819180" cy="10915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Merge </a:t>
          </a:r>
          <a:r>
            <a:rPr lang="en-US" sz="2300" kern="1200"/>
            <a:t>to main</a:t>
          </a:r>
          <a:endParaRPr lang="en-IL" sz="2300" kern="1200" dirty="0"/>
        </a:p>
      </dsp:txBody>
      <dsp:txXfrm>
        <a:off x="38055" y="2621887"/>
        <a:ext cx="1755242" cy="10275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education.github.com/pack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eatures/copilot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features/codespaces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A_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classroom.github.com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E9413-0DC8-2F8C-4772-A1A85CB9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6D903-E737-C361-81DE-2476E4627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Eliedaat Adler</a:t>
            </a:r>
            <a:endParaRPr lang="he-IL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he-IL" dirty="0"/>
              <a:t>הנדסת תוכנה בשירות הקהילה</a:t>
            </a:r>
            <a:r>
              <a:rPr lang="en-US" dirty="0"/>
              <a:t> – </a:t>
            </a:r>
            <a:r>
              <a:rPr lang="he-IL" dirty="0"/>
              <a:t>שנה הרביעית</a:t>
            </a:r>
            <a:endParaRPr lang="en-US" dirty="0"/>
          </a:p>
          <a:p>
            <a:r>
              <a:rPr lang="en-US" dirty="0"/>
              <a:t>30 Years Software Programming  - Oracle, NDS, Cisco</a:t>
            </a:r>
          </a:p>
          <a:p>
            <a:r>
              <a:rPr lang="en-US" dirty="0"/>
              <a:t>8 Years </a:t>
            </a:r>
            <a:r>
              <a:rPr lang="he-IL" dirty="0"/>
              <a:t>ההייטק החברתי</a:t>
            </a:r>
          </a:p>
          <a:p>
            <a:r>
              <a:rPr lang="en-US" dirty="0"/>
              <a:t>Mentor Student Project and Early Startups</a:t>
            </a:r>
          </a:p>
        </p:txBody>
      </p:sp>
    </p:spTree>
    <p:extLst>
      <p:ext uri="{BB962C8B-B14F-4D97-AF65-F5344CB8AC3E}">
        <p14:creationId xmlns:p14="http://schemas.microsoft.com/office/powerpoint/2010/main" val="1758247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GitHub as a Professional Software Development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br>
              <a:rPr dirty="0"/>
            </a:br>
            <a:endParaRPr dirty="0"/>
          </a:p>
        </p:txBody>
      </p:sp>
      <p:pic>
        <p:nvPicPr>
          <p:cNvPr id="4" name="Picture 3" descr="GitHub Logo and symbol, meaning, history, PNG, brand">
            <a:extLst>
              <a:ext uri="{FF2B5EF4-FFF2-40B4-BE49-F238E27FC236}">
                <a16:creationId xmlns:a16="http://schemas.microsoft.com/office/drawing/2014/main" id="{4D76BAD2-7438-65C9-7154-37E1102CF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56" y="1902915"/>
            <a:ext cx="3729038" cy="20975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FFE58C-73FC-4AE5-8781-36030FBFB632}"/>
              </a:ext>
            </a:extLst>
          </p:cNvPr>
          <p:cNvSpPr txBox="1"/>
          <p:nvPr/>
        </p:nvSpPr>
        <p:spPr>
          <a:xfrm>
            <a:off x="4850609" y="1664494"/>
            <a:ext cx="383619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90% of Fortune 100 Companies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Over 38 Million Repositories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Over 180 Million Developers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Owned by Microsoft (2018)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/>
              <a:t>Defacto</a:t>
            </a:r>
            <a:r>
              <a:rPr lang="en-US" dirty="0"/>
              <a:t> Industry Standard</a:t>
            </a:r>
            <a:endParaRPr lang="en-IL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22C23C-9B0E-46AB-1901-00E0DB202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Why This Workshop Exists</a:t>
            </a:r>
            <a:br>
              <a:rPr lang="en-US" b="1" dirty="0"/>
            </a:br>
            <a:endParaRPr lang="en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044" y="1063229"/>
            <a:ext cx="8229600" cy="339447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This course is not just about coding.</a:t>
            </a:r>
          </a:p>
          <a:p>
            <a:pPr marL="0" lvl="0" indent="0">
              <a:buNone/>
            </a:pPr>
            <a:r>
              <a:rPr dirty="0"/>
              <a:t>You will practice: </a:t>
            </a:r>
            <a:endParaRPr lang="en-US" dirty="0"/>
          </a:p>
          <a:p>
            <a:pPr marL="0" lvl="0" indent="0">
              <a:buNone/>
            </a:pPr>
            <a:r>
              <a:rPr dirty="0"/>
              <a:t>- </a:t>
            </a:r>
            <a:r>
              <a:rPr b="1" dirty="0">
                <a:solidFill>
                  <a:srgbClr val="FF0000"/>
                </a:solidFill>
              </a:rPr>
              <a:t>Professional</a:t>
            </a:r>
            <a:r>
              <a:rPr dirty="0"/>
              <a:t> teamwork </a:t>
            </a:r>
            <a:endParaRPr lang="en-US" dirty="0"/>
          </a:p>
          <a:p>
            <a:pPr marL="0" lvl="0" indent="0">
              <a:buNone/>
            </a:pPr>
            <a:r>
              <a:rPr dirty="0"/>
              <a:t>- Industry-standard workflows </a:t>
            </a:r>
            <a:endParaRPr lang="en-US" dirty="0"/>
          </a:p>
          <a:p>
            <a:pPr marL="0" lvl="0" indent="0">
              <a:buNone/>
            </a:pPr>
            <a:r>
              <a:rPr dirty="0"/>
              <a:t>- Traceable decision-making </a:t>
            </a:r>
            <a:endParaRPr lang="en-US" dirty="0"/>
          </a:p>
          <a:p>
            <a:pPr marL="0" lvl="0" indent="0">
              <a:buNone/>
            </a:pPr>
            <a:r>
              <a:rPr dirty="0"/>
              <a:t>- Accountability and ownership</a:t>
            </a:r>
          </a:p>
          <a:p>
            <a:pPr marL="0" lvl="0" indent="0">
              <a:buNone/>
            </a:pPr>
            <a:r>
              <a:rPr dirty="0"/>
              <a:t>GitHub is </a:t>
            </a:r>
            <a:r>
              <a:rPr lang="en-US" dirty="0"/>
              <a:t>central </a:t>
            </a:r>
            <a:r>
              <a:rPr dirty="0"/>
              <a:t>of the entire course.</a:t>
            </a:r>
          </a:p>
        </p:txBody>
      </p:sp>
      <p:pic>
        <p:nvPicPr>
          <p:cNvPr id="3074" name="Picture 2" descr="411+ Thousand Graphic Design Software Royalty-Free Images, Stock Photos &amp;  Pictures | Shutterstock">
            <a:extLst>
              <a:ext uri="{FF2B5EF4-FFF2-40B4-BE49-F238E27FC236}">
                <a16:creationId xmlns:a16="http://schemas.microsoft.com/office/drawing/2014/main" id="{5D87A503-B62E-1A8F-EF4B-B92AAFCE1C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37"/>
          <a:stretch>
            <a:fillRect/>
          </a:stretch>
        </p:blipFill>
        <p:spPr bwMode="auto">
          <a:xfrm>
            <a:off x="4986873" y="1486440"/>
            <a:ext cx="3646349" cy="2170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50E79-AE97-681B-60D0-5DF2CFAEE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Workshop Goals</a:t>
            </a:r>
            <a:br>
              <a:rPr lang="en-US" b="1" dirty="0"/>
            </a:br>
            <a:endParaRPr lang="en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By the end of this workshop, every team will: </a:t>
            </a:r>
            <a:endParaRPr lang="en-US" dirty="0"/>
          </a:p>
          <a:p>
            <a:pPr marL="0" lvl="0" indent="0">
              <a:buNone/>
            </a:pPr>
            <a:r>
              <a:rPr dirty="0"/>
              <a:t>- Understand how professional teams use GitHub </a:t>
            </a:r>
            <a:endParaRPr lang="en-US" dirty="0"/>
          </a:p>
          <a:p>
            <a:pPr marL="0" lvl="0" indent="0">
              <a:buNone/>
            </a:pPr>
            <a:r>
              <a:rPr dirty="0"/>
              <a:t>- Know the end-to-end development workflow </a:t>
            </a:r>
            <a:endParaRPr lang="en-US" dirty="0"/>
          </a:p>
          <a:p>
            <a:pPr marL="0" lvl="0" indent="0">
              <a:buNone/>
            </a:pPr>
            <a:r>
              <a:rPr dirty="0"/>
              <a:t>- Have a properly structured team repository </a:t>
            </a:r>
            <a:endParaRPr lang="en-US" dirty="0"/>
          </a:p>
          <a:p>
            <a:pPr marL="0" lvl="0" indent="0">
              <a:buNone/>
            </a:pPr>
            <a:r>
              <a:rPr dirty="0"/>
              <a:t>- Set up documentation, tasks, and project tracking</a:t>
            </a:r>
          </a:p>
        </p:txBody>
      </p:sp>
      <p:pic>
        <p:nvPicPr>
          <p:cNvPr id="6146" name="Picture 2" descr="Learn at GitHub Universe | Microsoft Learn">
            <a:extLst>
              <a:ext uri="{FF2B5EF4-FFF2-40B4-BE49-F238E27FC236}">
                <a16:creationId xmlns:a16="http://schemas.microsoft.com/office/drawing/2014/main" id="{5F6443CE-6F5F-1214-6970-5D08378C0C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03" t="11483" r="31352" b="9610"/>
          <a:stretch>
            <a:fillRect/>
          </a:stretch>
        </p:blipFill>
        <p:spPr bwMode="auto">
          <a:xfrm>
            <a:off x="6843712" y="721518"/>
            <a:ext cx="2071687" cy="2307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6" name="Picture 6" descr="Document everything blue gradient concept icon. Effective communication  management abstract idea thin line illustration. Create content. Isolated  outline drawing. 11959720 Vector Art at Vecteezy">
            <a:extLst>
              <a:ext uri="{FF2B5EF4-FFF2-40B4-BE49-F238E27FC236}">
                <a16:creationId xmlns:a16="http://schemas.microsoft.com/office/drawing/2014/main" id="{21E67A69-9FF8-2E2F-902B-5FA7D2A128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4968" y="957261"/>
            <a:ext cx="3637361" cy="3637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2E4452-3649-57D8-35C6-6F2EAE2DC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What “Professional” Means in This Course</a:t>
            </a:r>
            <a:br>
              <a:rPr lang="en-US" b="1" dirty="0"/>
            </a:br>
            <a:endParaRPr lang="en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Course rules (non-negotiable): </a:t>
            </a:r>
            <a:endParaRPr lang="en-US" dirty="0"/>
          </a:p>
          <a:p>
            <a:pPr marL="0" lvl="0" indent="0">
              <a:buNone/>
            </a:pPr>
            <a:r>
              <a:rPr dirty="0"/>
              <a:t>- No task without a GitHub Issue </a:t>
            </a:r>
            <a:endParaRPr lang="en-US" dirty="0"/>
          </a:p>
          <a:p>
            <a:pPr marL="0" lvl="0" indent="0">
              <a:buNone/>
            </a:pPr>
            <a:r>
              <a:rPr dirty="0"/>
              <a:t>- No code without a Pull Request </a:t>
            </a:r>
            <a:endParaRPr lang="en-US" dirty="0"/>
          </a:p>
          <a:p>
            <a:pPr marL="0" lvl="0" indent="0">
              <a:buNone/>
            </a:pPr>
            <a:r>
              <a:rPr dirty="0"/>
              <a:t>- No merge without review </a:t>
            </a:r>
            <a:r>
              <a:rPr lang="en-US" dirty="0"/>
              <a:t>- recommended</a:t>
            </a:r>
          </a:p>
          <a:p>
            <a:pPr marL="0" lvl="0" indent="0">
              <a:buNone/>
            </a:pPr>
            <a:r>
              <a:rPr dirty="0"/>
              <a:t>- No undocumented decisions</a:t>
            </a:r>
          </a:p>
          <a:p>
            <a:pPr marL="0" lvl="0" indent="0">
              <a:buNone/>
            </a:pPr>
            <a:r>
              <a:rPr dirty="0"/>
              <a:t>If it’s not in GitHub, it didn’t happen.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2,500+ All In One Tool Stock Photos, Pictures &amp; Royalty-Free Images - iStock">
            <a:extLst>
              <a:ext uri="{FF2B5EF4-FFF2-40B4-BE49-F238E27FC236}">
                <a16:creationId xmlns:a16="http://schemas.microsoft.com/office/drawing/2014/main" id="{80E64D1D-CA51-4641-6BB7-A11515AE0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5007" y="154979"/>
            <a:ext cx="3469482" cy="3424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0C4EC5-DE0B-CA6E-1677-6B7363D45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/>
              <a:t>GitHub Is More Than Code</a:t>
            </a:r>
            <a:br>
              <a:rPr lang="en-US" sz="3600" b="1" dirty="0"/>
            </a:br>
            <a:endParaRPr lang="en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dirty="0"/>
              <a:t>GitHub replaces multiple tools: </a:t>
            </a:r>
            <a:endParaRPr lang="en-US" dirty="0"/>
          </a:p>
          <a:p>
            <a:pPr marL="0" lvl="0" indent="0">
              <a:buNone/>
            </a:pPr>
            <a:r>
              <a:rPr dirty="0"/>
              <a:t>- Documentation → Wiki / Markdown </a:t>
            </a:r>
            <a:endParaRPr lang="en-US" dirty="0"/>
          </a:p>
          <a:p>
            <a:pPr marL="0" lvl="0" indent="0">
              <a:buNone/>
            </a:pPr>
            <a:r>
              <a:rPr dirty="0"/>
              <a:t>- Task management → Issues </a:t>
            </a:r>
            <a:endParaRPr lang="en-US" dirty="0"/>
          </a:p>
          <a:p>
            <a:pPr marL="0" lvl="0" indent="0">
              <a:buNone/>
            </a:pPr>
            <a:r>
              <a:rPr dirty="0"/>
              <a:t>- Sprint planning → Projects </a:t>
            </a:r>
            <a:endParaRPr lang="en-US" dirty="0"/>
          </a:p>
          <a:p>
            <a:pPr marL="0" lvl="0" indent="0">
              <a:buNone/>
            </a:pPr>
            <a:r>
              <a:rPr dirty="0"/>
              <a:t>- Code review → Pull Requests </a:t>
            </a:r>
            <a:endParaRPr lang="en-US" dirty="0"/>
          </a:p>
          <a:p>
            <a:pPr marL="0" lvl="0" indent="0">
              <a:buNone/>
            </a:pPr>
            <a:r>
              <a:rPr dirty="0"/>
              <a:t>- Quality control → CI - Accountability → History</a:t>
            </a:r>
            <a:endParaRPr lang="en-US" dirty="0"/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One system. One source of truth.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93C88-8B17-0FD2-5A11-424F65436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GitHub AI Tools for Students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B78EB-59ED-DCD3-6ABD-4D7A1EFC4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✅ Get Started</a:t>
            </a:r>
          </a:p>
          <a:p>
            <a:r>
              <a:rPr lang="en-US" dirty="0"/>
              <a:t>Join the GitHub Student Developer Pack:</a:t>
            </a:r>
            <a:br>
              <a:rPr lang="en-US" dirty="0"/>
            </a:br>
            <a:r>
              <a:rPr lang="en-US" u="sng" dirty="0">
                <a:hlinkClick r:id="rId2"/>
              </a:rPr>
              <a:t>education.github.com/pack</a:t>
            </a:r>
            <a:endParaRPr lang="en-US" dirty="0"/>
          </a:p>
          <a:p>
            <a:r>
              <a:rPr lang="en-US" dirty="0"/>
              <a:t>Gain access to Copilot, </a:t>
            </a:r>
            <a:r>
              <a:rPr lang="en-US" dirty="0" err="1"/>
              <a:t>Codespaces</a:t>
            </a:r>
            <a:r>
              <a:rPr lang="en-US" dirty="0"/>
              <a:t>, and more—for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FREE!</a:t>
            </a:r>
            <a:endParaRPr lang="en-US" dirty="0"/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363825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icrosoft Copilot Stock Illustrations – 32 Microsoft Copilot ...">
            <a:extLst>
              <a:ext uri="{FF2B5EF4-FFF2-40B4-BE49-F238E27FC236}">
                <a16:creationId xmlns:a16="http://schemas.microsoft.com/office/drawing/2014/main" id="{A6416FAE-5753-3A50-B554-3E2793CF6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2982" y="2470439"/>
            <a:ext cx="2673061" cy="2673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68193F-E9FD-4D98-1E69-F25850BA9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GitHub Copilot</a:t>
            </a:r>
            <a:br>
              <a:rPr lang="en-US" b="1" dirty="0"/>
            </a:b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75D72-F88D-47C8-A177-87D8C148E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AI-powered coding assistant that autocompletes code as you type.</a:t>
            </a:r>
          </a:p>
          <a:p>
            <a:r>
              <a:rPr lang="en-US" dirty="0"/>
              <a:t>Supports multiple programming languages with smart suggestions.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FREE</a:t>
            </a:r>
            <a:r>
              <a:rPr lang="en-US" dirty="0"/>
              <a:t> for students via the </a:t>
            </a:r>
            <a:r>
              <a:rPr lang="en-US" b="1" dirty="0"/>
              <a:t>Student Developer Pack</a:t>
            </a:r>
            <a:r>
              <a:rPr lang="en-US" dirty="0"/>
              <a:t>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IL" dirty="0"/>
              <a:t>👉 </a:t>
            </a:r>
            <a:r>
              <a:rPr lang="en-US" b="1" dirty="0"/>
              <a:t>Setup</a:t>
            </a:r>
            <a:r>
              <a:rPr lang="en-US" dirty="0"/>
              <a:t>: </a:t>
            </a:r>
            <a:r>
              <a:rPr lang="en-US" u="sng" dirty="0">
                <a:hlinkClick r:id="rId3"/>
              </a:rPr>
              <a:t>github.com/features/copilot</a:t>
            </a: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656098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E10BF-5E3E-2676-44A8-513FAFB6F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Wiki Content as CoPilot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CONTEXT</a:t>
            </a:r>
            <a:endParaRPr lang="en-IL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A6A45-D3F3-4400-8096-CD094273F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Why Does This Help?</a:t>
            </a:r>
          </a:p>
          <a:p>
            <a:r>
              <a:rPr lang="en-US" dirty="0"/>
              <a:t>GitHub Copilot scans the current repository's code and open files for context before generating its suggestions.</a:t>
            </a:r>
          </a:p>
          <a:p>
            <a:r>
              <a:rPr lang="en-US" dirty="0"/>
              <a:t>By embedding </a:t>
            </a:r>
            <a:r>
              <a:rPr lang="en-US" b="1" dirty="0"/>
              <a:t>relevant wiki information</a:t>
            </a:r>
            <a:r>
              <a:rPr lang="en-US" dirty="0"/>
              <a:t> as plain-text files in the repository, you enrich the local context Copilot uses.</a:t>
            </a:r>
          </a:p>
          <a:p>
            <a:endParaRPr lang="en-US" dirty="0"/>
          </a:p>
          <a:p>
            <a:r>
              <a:rPr lang="en-US" dirty="0"/>
              <a:t>/docs/</a:t>
            </a:r>
          </a:p>
          <a:p>
            <a:r>
              <a:rPr lang="en-US" dirty="0"/>
              <a:t>├── README.md          # Overview of the project</a:t>
            </a:r>
          </a:p>
          <a:p>
            <a:r>
              <a:rPr lang="en-US" dirty="0"/>
              <a:t>├── API_Guidelines.md  # Documentation for APIs</a:t>
            </a:r>
          </a:p>
          <a:p>
            <a:r>
              <a:rPr lang="en-US" dirty="0"/>
              <a:t>├── Testing.md         # Test strategy and guidelines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798921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6D4BA-1CB8-EEC5-2DC9-28C89643D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900" b="1" dirty="0">
                <a:solidFill>
                  <a:srgbClr val="1F2328"/>
                </a:solidFill>
                <a:latin typeface="-apple-system"/>
              </a:rPr>
              <a:t>💬</a:t>
            </a:r>
            <a:r>
              <a:rPr lang="en-US" b="1" dirty="0">
                <a:solidFill>
                  <a:srgbClr val="1F2328"/>
                </a:solidFill>
                <a:latin typeface="-apple-system"/>
              </a:rPr>
              <a:t> GitHub Copilot Chat</a:t>
            </a:r>
            <a:br>
              <a:rPr lang="en-US" b="1" dirty="0">
                <a:solidFill>
                  <a:srgbClr val="1F2328"/>
                </a:solidFill>
                <a:latin typeface="-apple-system"/>
              </a:rPr>
            </a:b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BE9FA-1B01-419D-4FEF-DF841D70E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Ask coding questions and debug issues directly in your IDE.</a:t>
            </a:r>
          </a:p>
          <a:p>
            <a:pPr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Provides AI-powered explanations, code improvements, and optimizations.</a:t>
            </a:r>
          </a:p>
          <a:p>
            <a:pPr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Accessible with a Copilot subscription</a:t>
            </a:r>
          </a:p>
          <a:p>
            <a:pPr marL="685800" lvl="2" indent="0">
              <a:spcAft>
                <a:spcPts val="1200"/>
              </a:spcAft>
              <a:buNone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685800" lvl="2" indent="0">
              <a:spcAft>
                <a:spcPts val="1200"/>
              </a:spcAft>
              <a:buNone/>
            </a:pPr>
            <a:r>
              <a:rPr lang="en-US" sz="2400" dirty="0">
                <a:solidFill>
                  <a:srgbClr val="1F2328"/>
                </a:solidFill>
                <a:latin typeface="-apple-system"/>
              </a:rPr>
              <a:t> (FREE for students).</a:t>
            </a: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958414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298DE-53CB-A494-F6DB-A1BD5D503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L" b="1" dirty="0"/>
              <a:t>💻 </a:t>
            </a:r>
            <a:r>
              <a:rPr lang="en-US" b="1" dirty="0"/>
              <a:t>GitHub </a:t>
            </a:r>
            <a:r>
              <a:rPr lang="en-US" b="1" dirty="0" err="1"/>
              <a:t>Codespaces</a:t>
            </a:r>
            <a:r>
              <a:rPr lang="en-US" b="1" dirty="0"/>
              <a:t> + Copilot</a:t>
            </a:r>
            <a:br>
              <a:rPr lang="en-US" b="1" dirty="0"/>
            </a:b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58202-BB96-16D5-C2E4-B1817DEF6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Cloud-based development environment with instant setups.</a:t>
            </a:r>
          </a:p>
          <a:p>
            <a:r>
              <a:rPr lang="en-US" dirty="0"/>
              <a:t>Fully integrates GitHub Copilot for real-time code suggestions.</a:t>
            </a:r>
          </a:p>
          <a:p>
            <a:r>
              <a:rPr lang="en-US" dirty="0"/>
              <a:t>Saves time—no local setup required,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								FREE</a:t>
            </a:r>
            <a:r>
              <a:rPr lang="en-US" dirty="0"/>
              <a:t> for students.</a:t>
            </a:r>
          </a:p>
          <a:p>
            <a:br>
              <a:rPr lang="en-US" dirty="0"/>
            </a:br>
            <a:r>
              <a:rPr lang="en-IL" dirty="0"/>
              <a:t>👉 </a:t>
            </a:r>
            <a:r>
              <a:rPr lang="en-US" b="1" dirty="0"/>
              <a:t>Learn More</a:t>
            </a:r>
            <a:r>
              <a:rPr lang="en-US" dirty="0"/>
              <a:t>: </a:t>
            </a:r>
            <a:r>
              <a:rPr lang="en-US" u="sng" dirty="0">
                <a:hlinkClick r:id="rId2"/>
              </a:rPr>
              <a:t>github.com/features/</a:t>
            </a:r>
            <a:r>
              <a:rPr lang="en-US" u="sng" dirty="0" err="1">
                <a:hlinkClick r:id="rId2"/>
              </a:rPr>
              <a:t>codespaces</a:t>
            </a: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181563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3F1F1-17AC-64E2-6E8F-77F348A9B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🔒 </a:t>
            </a:r>
            <a:r>
              <a:rPr lang="en-US" b="1" dirty="0" err="1"/>
              <a:t>Dependabot</a:t>
            </a:r>
            <a:br>
              <a:rPr lang="en-US" b="1" dirty="0"/>
            </a:b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1FCB3-4E1D-FD49-59BB-822E3A107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Automates dependency updates and security fixes in your repositories.</a:t>
            </a:r>
          </a:p>
          <a:p>
            <a:r>
              <a:rPr lang="en-US" dirty="0"/>
              <a:t>Keeps projects secure by scanning for vulnerabilities automatically.</a:t>
            </a:r>
          </a:p>
          <a:p>
            <a:r>
              <a:rPr lang="en-US" dirty="0"/>
              <a:t>Enabled by default for all GitHub repositories.</a:t>
            </a:r>
          </a:p>
          <a:p>
            <a:pPr marL="0" indent="0">
              <a:buNone/>
            </a:pPr>
            <a:br>
              <a:rPr lang="en-US" dirty="0"/>
            </a:b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156029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8C6C9-BD1E-3BB8-63D4-4470748FD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/>
              <a:t>The Big Picture Development Workflow</a:t>
            </a:r>
            <a:br>
              <a:rPr lang="en-US" sz="3600" b="1" dirty="0"/>
            </a:br>
            <a:endParaRPr lang="en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3019"/>
            <a:ext cx="8229600" cy="3644501"/>
          </a:xfrm>
        </p:spPr>
        <p:txBody>
          <a:bodyPr>
            <a:normAutofit fontScale="92500" lnSpcReduction="20000"/>
          </a:bodyPr>
          <a:lstStyle/>
          <a:p>
            <a:pPr marL="0" lvl="0" indent="0" algn="ctr">
              <a:buNone/>
            </a:pP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Every feature and fix follows this path.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17F6E08-9D70-A758-F5CE-04A191405B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4709914"/>
              </p:ext>
            </p:extLst>
          </p:nvPr>
        </p:nvGraphicFramePr>
        <p:xfrm>
          <a:off x="924152" y="456008"/>
          <a:ext cx="6925057" cy="44521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F41A7-22EB-783D-82BD-973BBD093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Why This Workflow Matters</a:t>
            </a:r>
            <a:br>
              <a:rPr lang="en-US" b="1" dirty="0"/>
            </a:br>
            <a:endParaRPr lang="en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394192" cy="3642511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This workflow provides: </a:t>
            </a:r>
            <a:endParaRPr lang="en-US" dirty="0"/>
          </a:p>
          <a:p>
            <a:pPr marL="0" indent="0">
              <a:buNone/>
            </a:pPr>
            <a:r>
              <a:rPr dirty="0"/>
              <a:t>- Traceability (who did what and why) </a:t>
            </a:r>
            <a:endParaRPr lang="en-US" dirty="0"/>
          </a:p>
          <a:p>
            <a:pPr marL="0" indent="0">
              <a:buNone/>
            </a:pPr>
            <a:r>
              <a:rPr dirty="0"/>
              <a:t>- Higher code quality </a:t>
            </a:r>
            <a:endParaRPr lang="en-US" dirty="0"/>
          </a:p>
          <a:p>
            <a:pPr marL="0" indent="0">
              <a:buNone/>
            </a:pPr>
            <a:r>
              <a:rPr dirty="0"/>
              <a:t>- Team visibility </a:t>
            </a:r>
            <a:endParaRPr lang="en-US" dirty="0"/>
          </a:p>
          <a:p>
            <a:pPr marL="0" indent="0">
              <a:buNone/>
            </a:pPr>
            <a:r>
              <a:rPr dirty="0"/>
              <a:t>- Easier onboarding </a:t>
            </a:r>
            <a:endParaRPr lang="en-US" dirty="0"/>
          </a:p>
          <a:p>
            <a:pPr marL="0" indent="0">
              <a:buNone/>
            </a:pPr>
            <a:r>
              <a:rPr dirty="0"/>
              <a:t>- Fair and transparent grading</a:t>
            </a:r>
          </a:p>
          <a:p>
            <a:pPr marL="0" lvl="0" indent="0">
              <a:buNone/>
            </a:pPr>
            <a:r>
              <a:rPr dirty="0"/>
              <a:t>This is how real software teams work.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F1E17F1-CE3D-3BBB-F4D6-DF5E40DE0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L"/>
          </a:p>
        </p:txBody>
      </p:sp>
      <p:pic>
        <p:nvPicPr>
          <p:cNvPr id="1027" name="Picture 3" descr="2,400+ Software Development Stock Illustrations, Royalty ...">
            <a:extLst>
              <a:ext uri="{FF2B5EF4-FFF2-40B4-BE49-F238E27FC236}">
                <a16:creationId xmlns:a16="http://schemas.microsoft.com/office/drawing/2014/main" id="{A786F5A5-AA71-4FF9-DBE4-E9968E270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7138" y="1876425"/>
            <a:ext cx="3645412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194DA-C117-A257-3C59-5268A2E3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One Task – End-to-End Example</a:t>
            </a:r>
            <a:br>
              <a:rPr lang="en-US" b="1" dirty="0"/>
            </a:br>
            <a:endParaRPr lang="en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endParaRPr b="1" dirty="0"/>
          </a:p>
          <a:p>
            <a:pPr marL="0" lvl="0" indent="0">
              <a:buNone/>
            </a:pPr>
            <a:r>
              <a:rPr dirty="0"/>
              <a:t>Example: </a:t>
            </a:r>
            <a:endParaRPr lang="en-US" dirty="0"/>
          </a:p>
          <a:p>
            <a:pPr marL="0" lvl="0" indent="0">
              <a:buNone/>
            </a:pPr>
            <a:r>
              <a:rPr dirty="0"/>
              <a:t>- Issue: “User can submit donation form” </a:t>
            </a:r>
            <a:endParaRPr lang="en-US" dirty="0"/>
          </a:p>
          <a:p>
            <a:pPr marL="0" lvl="0" indent="0">
              <a:buNone/>
            </a:pPr>
            <a:r>
              <a:rPr dirty="0"/>
              <a:t>- Branch: feature/donation-form </a:t>
            </a:r>
            <a:endParaRPr lang="en-US" dirty="0"/>
          </a:p>
          <a:p>
            <a:pPr marL="0" lvl="0" indent="0">
              <a:buNone/>
            </a:pPr>
            <a:r>
              <a:rPr dirty="0"/>
              <a:t>- Pull Request: links the Issue </a:t>
            </a:r>
            <a:endParaRPr lang="en-US" dirty="0"/>
          </a:p>
          <a:p>
            <a:pPr marL="0" lvl="0" indent="0">
              <a:buNone/>
            </a:pPr>
            <a:r>
              <a:rPr dirty="0"/>
              <a:t>- Review: comments and fixes </a:t>
            </a:r>
            <a:endParaRPr lang="en-US" dirty="0"/>
          </a:p>
          <a:p>
            <a:pPr marL="0" lvl="0" indent="0">
              <a:buNone/>
            </a:pPr>
            <a:r>
              <a:rPr dirty="0"/>
              <a:t>- Merge: Issue closes automatically</a:t>
            </a:r>
            <a:endParaRPr lang="en-US" dirty="0"/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One clear story from idea to code.</a:t>
            </a:r>
          </a:p>
        </p:txBody>
      </p:sp>
      <p:pic>
        <p:nvPicPr>
          <p:cNvPr id="7170" name="Picture 2" descr="End to end - Free industry icons">
            <a:extLst>
              <a:ext uri="{FF2B5EF4-FFF2-40B4-BE49-F238E27FC236}">
                <a16:creationId xmlns:a16="http://schemas.microsoft.com/office/drawing/2014/main" id="{520BB301-F488-0A60-0E11-72124299F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0725" y="2057400"/>
            <a:ext cx="2536031" cy="2536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90E95-9AA9-E637-BB2B-73E49255D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Team Roles and Visibility – Everybody participates</a:t>
            </a:r>
            <a:br>
              <a:rPr lang="en-US" b="1" dirty="0"/>
            </a:br>
            <a:endParaRPr lang="en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GitHub makes contributions visible:</a:t>
            </a:r>
          </a:p>
          <a:p>
            <a:pPr lvl="0"/>
            <a:r>
              <a:rPr dirty="0"/>
              <a:t>Developers → commits and PRs</a:t>
            </a:r>
          </a:p>
          <a:p>
            <a:pPr lvl="0"/>
            <a:r>
              <a:rPr dirty="0"/>
              <a:t>Reviewers → review comments</a:t>
            </a:r>
          </a:p>
          <a:p>
            <a:pPr lvl="0"/>
            <a:r>
              <a:rPr dirty="0"/>
              <a:t>Scrum Masters → issues and milestones</a:t>
            </a:r>
          </a:p>
          <a:p>
            <a:pPr lvl="0"/>
            <a:r>
              <a:rPr dirty="0"/>
              <a:t>QA → bug reports and test PRs</a:t>
            </a:r>
          </a:p>
          <a:p>
            <a:pPr lvl="0"/>
            <a:r>
              <a:rPr dirty="0"/>
              <a:t>Product Liaison → issue descriptions</a:t>
            </a:r>
          </a:p>
          <a:p>
            <a:pPr marL="0" lvl="0" indent="0">
              <a:buNone/>
            </a:pPr>
            <a:r>
              <a:rPr dirty="0"/>
              <a:t>Visibility is intentional and graded.</a:t>
            </a:r>
          </a:p>
        </p:txBody>
      </p:sp>
      <p:pic>
        <p:nvPicPr>
          <p:cNvPr id="2050" name="Picture 2" descr="1,021,200+ Team Collaboration Stock Illustrations, Royalty ...">
            <a:extLst>
              <a:ext uri="{FF2B5EF4-FFF2-40B4-BE49-F238E27FC236}">
                <a16:creationId xmlns:a16="http://schemas.microsoft.com/office/drawing/2014/main" id="{0705331C-1267-1DC1-5909-753F666D8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0825" y="1735932"/>
            <a:ext cx="19431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15175-F395-2CF7-9CA3-4968FF4F1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Repository Anatomy</a:t>
            </a:r>
            <a:br>
              <a:rPr lang="en-US" b="1" dirty="0"/>
            </a:br>
            <a:endParaRPr lang="en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dirty="0"/>
              <a:t>Standard project structure:</a:t>
            </a:r>
          </a:p>
          <a:p>
            <a:pPr lvl="0"/>
            <a:r>
              <a:rPr dirty="0"/>
              <a:t>README.md</a:t>
            </a:r>
          </a:p>
          <a:p>
            <a:pPr lvl="0"/>
            <a:r>
              <a:rPr dirty="0"/>
              <a:t>/docs</a:t>
            </a:r>
          </a:p>
          <a:p>
            <a:pPr lvl="0"/>
            <a:r>
              <a:rPr dirty="0"/>
              <a:t>/frontend</a:t>
            </a:r>
          </a:p>
          <a:p>
            <a:pPr lvl="0"/>
            <a:r>
              <a:rPr dirty="0"/>
              <a:t>/backend</a:t>
            </a:r>
          </a:p>
          <a:p>
            <a:pPr lvl="0"/>
            <a:r>
              <a:rPr dirty="0"/>
              <a:t>/tests</a:t>
            </a:r>
          </a:p>
          <a:p>
            <a:pPr lvl="0"/>
            <a:r>
              <a:rPr dirty="0"/>
              <a:t>/.</a:t>
            </a:r>
            <a:r>
              <a:rPr dirty="0" err="1"/>
              <a:t>github</a:t>
            </a:r>
            <a:endParaRPr lang="en-US" dirty="0"/>
          </a:p>
          <a:p>
            <a:pPr lvl="0"/>
            <a:endParaRPr dirty="0"/>
          </a:p>
          <a:p>
            <a:pPr marL="0" lvl="0" indent="0">
              <a:buNone/>
            </a:pPr>
            <a:r>
              <a:rPr dirty="0"/>
              <a:t>README is the project’s front door.</a:t>
            </a:r>
            <a:br>
              <a:rPr dirty="0"/>
            </a:br>
            <a:r>
              <a:rPr dirty="0"/>
              <a:t>Docs and Wiki contain specifications.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9F175-EF95-6C4B-A60D-3DCC5636D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The Wiki = Your Project Binder - homework</a:t>
            </a:r>
            <a:br>
              <a:rPr lang="en-US" b="1" dirty="0"/>
            </a:br>
            <a:endParaRPr lang="en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dirty="0"/>
              <a:t>Your Wiki must include: </a:t>
            </a:r>
            <a:endParaRPr lang="en-US" dirty="0"/>
          </a:p>
          <a:p>
            <a:pPr marL="0" lvl="0" indent="0">
              <a:buNone/>
            </a:pPr>
            <a:r>
              <a:rPr dirty="0"/>
              <a:t>- </a:t>
            </a:r>
            <a:r>
              <a:rPr lang="en-US" dirty="0"/>
              <a:t>Project Overview</a:t>
            </a:r>
          </a:p>
          <a:p>
            <a:pPr marL="0" lvl="0" indent="0">
              <a:buNone/>
            </a:pPr>
            <a:r>
              <a:rPr dirty="0"/>
              <a:t>- </a:t>
            </a:r>
            <a:r>
              <a:rPr lang="en-US" dirty="0"/>
              <a:t>System Requirements</a:t>
            </a:r>
            <a:r>
              <a:rPr dirty="0"/>
              <a:t> </a:t>
            </a:r>
            <a:endParaRPr lang="en-US" dirty="0"/>
          </a:p>
          <a:p>
            <a:pPr marL="0" lvl="0" indent="0">
              <a:buNone/>
            </a:pPr>
            <a:r>
              <a:rPr dirty="0"/>
              <a:t>- </a:t>
            </a:r>
            <a:r>
              <a:rPr lang="en-US" dirty="0"/>
              <a:t>Use-Case-Documentation</a:t>
            </a:r>
            <a:r>
              <a:rPr dirty="0"/>
              <a:t> </a:t>
            </a:r>
            <a:endParaRPr lang="en-US" dirty="0"/>
          </a:p>
          <a:p>
            <a:pPr marL="0" lvl="0" indent="0">
              <a:buNone/>
            </a:pPr>
            <a:r>
              <a:rPr dirty="0"/>
              <a:t>- Architecture</a:t>
            </a:r>
            <a:r>
              <a:rPr lang="en-US" dirty="0"/>
              <a:t> &amp; Design</a:t>
            </a:r>
            <a:r>
              <a:rPr dirty="0"/>
              <a:t> </a:t>
            </a:r>
            <a:endParaRPr lang="en-US" dirty="0"/>
          </a:p>
          <a:p>
            <a:pPr marL="0" lvl="0" indent="0">
              <a:buNone/>
            </a:pPr>
            <a:r>
              <a:rPr dirty="0"/>
              <a:t>- </a:t>
            </a:r>
            <a:r>
              <a:rPr lang="en-US" dirty="0"/>
              <a:t>Test Plan </a:t>
            </a:r>
          </a:p>
          <a:p>
            <a:pPr marL="0" lvl="0" indent="0">
              <a:buNone/>
            </a:pPr>
            <a:r>
              <a:rPr lang="en-US" dirty="0"/>
              <a:t>Risk Assessment 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This replaces Word or PDF documents.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6BEC4-4D99-DDEA-9912-55BD6373B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Issues = Units of Work</a:t>
            </a:r>
            <a:br>
              <a:rPr lang="en-US" b="1" dirty="0"/>
            </a:br>
            <a:endParaRPr lang="en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A good Issue includes: </a:t>
            </a:r>
            <a:endParaRPr lang="en-US" dirty="0"/>
          </a:p>
          <a:p>
            <a:pPr marL="0" lvl="0" indent="0">
              <a:buNone/>
            </a:pPr>
            <a:r>
              <a:rPr dirty="0"/>
              <a:t>- Clear title </a:t>
            </a:r>
            <a:endParaRPr lang="en-US" dirty="0"/>
          </a:p>
          <a:p>
            <a:pPr marL="0" lvl="0" indent="0">
              <a:buNone/>
            </a:pPr>
            <a:r>
              <a:rPr dirty="0"/>
              <a:t>- Description </a:t>
            </a:r>
            <a:endParaRPr lang="en-US" dirty="0"/>
          </a:p>
          <a:p>
            <a:pPr marL="0" lvl="0" indent="0">
              <a:buNone/>
            </a:pPr>
            <a:r>
              <a:rPr dirty="0"/>
              <a:t>- Acceptance criteria </a:t>
            </a:r>
            <a:endParaRPr lang="en-US" dirty="0"/>
          </a:p>
          <a:p>
            <a:pPr marL="0" lvl="0" indent="0">
              <a:buNone/>
            </a:pPr>
            <a:r>
              <a:rPr dirty="0"/>
              <a:t>- Labels </a:t>
            </a:r>
            <a:endParaRPr lang="en-US" dirty="0"/>
          </a:p>
          <a:p>
            <a:pPr marL="0" lvl="0" indent="0">
              <a:buNone/>
            </a:pPr>
            <a:r>
              <a:rPr dirty="0"/>
              <a:t>- Assignee</a:t>
            </a:r>
          </a:p>
          <a:p>
            <a:pPr marL="0" lvl="0" indent="0">
              <a:buNone/>
            </a:pPr>
            <a:r>
              <a:rPr dirty="0"/>
              <a:t>If work is not in an Issue, it does not exist.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C11CB-7D30-8E86-69B7-F8BE83EA7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Projects = Sprint Board</a:t>
            </a:r>
            <a:br>
              <a:rPr lang="en-US" b="1" dirty="0"/>
            </a:br>
            <a:endParaRPr lang="en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dirty="0"/>
              <a:t>Project board columns: </a:t>
            </a:r>
            <a:endParaRPr lang="en-US" dirty="0"/>
          </a:p>
          <a:p>
            <a:pPr marL="0" lvl="0" indent="0">
              <a:buNone/>
            </a:pPr>
            <a:r>
              <a:rPr dirty="0"/>
              <a:t>- Backlog </a:t>
            </a:r>
            <a:endParaRPr lang="en-US" dirty="0"/>
          </a:p>
          <a:p>
            <a:pPr marL="0" lvl="0" indent="0">
              <a:buNone/>
            </a:pPr>
            <a:r>
              <a:rPr dirty="0"/>
              <a:t>- In Progress </a:t>
            </a:r>
            <a:endParaRPr lang="en-US" dirty="0"/>
          </a:p>
          <a:p>
            <a:pPr marL="0" lvl="0" indent="0">
              <a:buNone/>
            </a:pPr>
            <a:r>
              <a:rPr dirty="0"/>
              <a:t>- Review </a:t>
            </a:r>
            <a:endParaRPr lang="en-US" dirty="0"/>
          </a:p>
          <a:p>
            <a:pPr marL="0" lvl="0" indent="0">
              <a:buNone/>
            </a:pPr>
            <a:r>
              <a:rPr dirty="0"/>
              <a:t>- Done</a:t>
            </a:r>
          </a:p>
          <a:p>
            <a:pPr marL="0" lvl="0" indent="0">
              <a:buNone/>
            </a:pPr>
            <a:r>
              <a:rPr dirty="0"/>
              <a:t>Issues move across the board during the sprint.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Actions:  -&gt; Connect your Project to the repository</a:t>
            </a:r>
          </a:p>
          <a:p>
            <a:pPr marL="0" lvl="0" indent="0">
              <a:buNone/>
            </a:pPr>
            <a:r>
              <a:rPr lang="en-US" dirty="0"/>
              <a:t>                 -&gt; Invite your team members to the Project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6DF29-BCB2-7F18-1DA3-BFC22319C3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Kehila Assignment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A33AB7-1FDC-CC79-EC64-17E51BEF5C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500" dirty="0"/>
              <a:t>Initializing the Projects</a:t>
            </a:r>
            <a:endParaRPr lang="en-IL" sz="4500" dirty="0"/>
          </a:p>
        </p:txBody>
      </p:sp>
    </p:spTree>
    <p:extLst>
      <p:ext uri="{BB962C8B-B14F-4D97-AF65-F5344CB8AC3E}">
        <p14:creationId xmlns:p14="http://schemas.microsoft.com/office/powerpoint/2010/main" val="1130927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7FBAE-7781-9A11-C3DE-FCA6D8B79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Today’s Hands-On Outcome FOR GRADING!!!</a:t>
            </a:r>
            <a:br>
              <a:rPr lang="en-US" b="1" dirty="0"/>
            </a:br>
            <a:endParaRPr lang="en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355" y="1000126"/>
            <a:ext cx="8229600" cy="3394472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By the end of this session: </a:t>
            </a:r>
            <a:endParaRPr lang="en-US" dirty="0"/>
          </a:p>
          <a:p>
            <a:pPr marL="0" lvl="0" indent="0">
              <a:buNone/>
            </a:pPr>
            <a:r>
              <a:rPr dirty="0"/>
              <a:t>- Repository created </a:t>
            </a:r>
            <a:endParaRPr lang="en-US" dirty="0"/>
          </a:p>
          <a:p>
            <a:pPr marL="0" lvl="0" indent="0">
              <a:buNone/>
            </a:pPr>
            <a:r>
              <a:rPr dirty="0"/>
              <a:t>- Team </a:t>
            </a:r>
            <a:r>
              <a:rPr lang="en-US" dirty="0"/>
              <a:t>created with correct name &lt;project&gt;-&lt;team#&gt;</a:t>
            </a:r>
          </a:p>
          <a:p>
            <a:pPr marL="0" lvl="0" indent="0">
              <a:buNone/>
            </a:pPr>
            <a:r>
              <a:rPr lang="en-US" dirty="0"/>
              <a:t>- Team names added to ./README.md</a:t>
            </a:r>
          </a:p>
          <a:p>
            <a:pPr marL="0" lvl="0" indent="0">
              <a:buNone/>
            </a:pPr>
            <a:r>
              <a:rPr dirty="0"/>
              <a:t>- Wiki initialized </a:t>
            </a:r>
            <a:r>
              <a:rPr lang="en-US" dirty="0"/>
              <a:t>with provided templates</a:t>
            </a:r>
          </a:p>
          <a:p>
            <a:pPr marL="0" lvl="0" indent="0">
              <a:buNone/>
            </a:pPr>
            <a:r>
              <a:rPr dirty="0"/>
              <a:t>- Project board created </a:t>
            </a:r>
            <a:endParaRPr lang="en-US" dirty="0"/>
          </a:p>
          <a:p>
            <a:pPr marL="0" lvl="0" indent="0">
              <a:buNone/>
            </a:pPr>
            <a:r>
              <a:rPr dirty="0"/>
              <a:t>- First Issue</a:t>
            </a:r>
            <a:r>
              <a:rPr lang="en-US" dirty="0"/>
              <a:t>s</a:t>
            </a:r>
            <a:r>
              <a:rPr dirty="0"/>
              <a:t> added</a:t>
            </a:r>
            <a:r>
              <a:rPr lang="en-US" dirty="0"/>
              <a:t> to Project Board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D58DC-51C4-DD62-2DB2-3CF983760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Repository Naming Convention</a:t>
            </a:r>
            <a:br>
              <a:rPr lang="en-US" b="1" dirty="0"/>
            </a:br>
            <a:endParaRPr lang="en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Mandatory format:</a:t>
            </a:r>
          </a:p>
          <a:p>
            <a:pPr marL="0" lvl="0" indent="0">
              <a:buNone/>
            </a:pPr>
            <a:r>
              <a:rPr lang="en-US" dirty="0"/>
              <a:t>kehila2026</a:t>
            </a:r>
            <a:r>
              <a:rPr dirty="0"/>
              <a:t>-</a:t>
            </a:r>
            <a:r>
              <a:rPr lang="en-US" dirty="0"/>
              <a:t>&lt;</a:t>
            </a:r>
            <a:r>
              <a:rPr lang="en-US" dirty="0" err="1"/>
              <a:t>projectname</a:t>
            </a:r>
            <a:r>
              <a:rPr lang="en-US" dirty="0"/>
              <a:t>&gt;-&lt;team#&gt;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Example: </a:t>
            </a:r>
            <a:r>
              <a:rPr lang="en-US" dirty="0"/>
              <a:t>jce26</a:t>
            </a:r>
            <a:r>
              <a:rPr dirty="0"/>
              <a:t>-foodbank-team3</a:t>
            </a:r>
          </a:p>
          <a:p>
            <a:pPr marL="0" lvl="0" indent="0">
              <a:buNone/>
            </a:pPr>
            <a:r>
              <a:rPr dirty="0"/>
              <a:t>No exceptions.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B3CE7-03F7-6F3F-0167-61B564035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Leader Setup</a:t>
            </a:r>
            <a:endParaRPr lang="en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en-US" dirty="0"/>
              <a:t>Leaders</a:t>
            </a:r>
            <a:r>
              <a:rPr dirty="0"/>
              <a:t> will now: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1. Go to your classroom:</a:t>
            </a:r>
          </a:p>
          <a:p>
            <a:pPr marL="0" indent="0">
              <a:buNone/>
            </a:pPr>
            <a:r>
              <a:rPr lang="en-US" dirty="0"/>
              <a:t>  </a:t>
            </a:r>
            <a:r>
              <a:rPr lang="en-US" u="sng" dirty="0">
                <a:hlinkClick r:id="rId2"/>
              </a:rPr>
              <a:t>https://classroom.github.com</a:t>
            </a:r>
            <a:r>
              <a:rPr lang="en-US" u="sng" dirty="0"/>
              <a:t> – jce-kehila-2026</a:t>
            </a:r>
          </a:p>
          <a:p>
            <a:pPr marL="0" indent="0">
              <a:buNone/>
            </a:pPr>
            <a:r>
              <a:rPr lang="en-US" dirty="0"/>
              <a:t>(Note: if you don’t see it, accept email invitation)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dirty="0"/>
              <a:t>2. Leader: Accept assignment “kehila2026”</a:t>
            </a:r>
          </a:p>
          <a:p>
            <a:pPr marL="0" lvl="0" indent="0">
              <a:buNone/>
            </a:pPr>
            <a:r>
              <a:rPr lang="en-US" dirty="0"/>
              <a:t>3. Leader: Create your team with &lt;project&gt;-&lt;number&gt;</a:t>
            </a:r>
          </a:p>
          <a:p>
            <a:pPr marL="0" lvl="0" indent="0">
              <a:buNone/>
            </a:pPr>
            <a:r>
              <a:rPr lang="en-US" sz="2000" dirty="0"/>
              <a:t>	Other Members – choose your team from the drop-down menu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C8999-2DC1-7B9D-72FB-2B5E1686F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Setup – For Entire Team</a:t>
            </a:r>
            <a:br>
              <a:rPr lang="en-US" b="1" dirty="0"/>
            </a:br>
            <a:endParaRPr lang="en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dirty="0"/>
              <a:t>Issue title: “Project setup and documentation initialization”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- </a:t>
            </a:r>
            <a:r>
              <a:rPr lang="en-US" dirty="0"/>
              <a:t>Check the default folder structure </a:t>
            </a:r>
          </a:p>
          <a:p>
            <a:pPr marL="0" lvl="0" indent="0">
              <a:buNone/>
            </a:pPr>
            <a:r>
              <a:rPr dirty="0"/>
              <a:t>- Fill Wiki </a:t>
            </a:r>
            <a:r>
              <a:rPr lang="en-US" dirty="0"/>
              <a:t>template – use ./docs/</a:t>
            </a:r>
            <a:r>
              <a:rPr lang="en-US" dirty="0" err="1"/>
              <a:t>wiki_template</a:t>
            </a:r>
            <a:r>
              <a:rPr lang="en-US" dirty="0"/>
              <a:t>/…..</a:t>
            </a:r>
          </a:p>
          <a:p>
            <a:pPr marL="0" lvl="0" indent="0">
              <a:buNone/>
            </a:pPr>
            <a:r>
              <a:rPr dirty="0"/>
              <a:t>- </a:t>
            </a:r>
            <a:r>
              <a:rPr lang="en-US" dirty="0"/>
              <a:t>Each member -&gt; creates a branch </a:t>
            </a:r>
            <a:r>
              <a:rPr dirty="0"/>
              <a:t> </a:t>
            </a:r>
            <a:r>
              <a:rPr lang="en-US" dirty="0"/>
              <a:t>called “add &lt;</a:t>
            </a:r>
            <a:r>
              <a:rPr lang="en-US" dirty="0" err="1"/>
              <a:t>myname</a:t>
            </a:r>
            <a:r>
              <a:rPr lang="en-US" dirty="0"/>
              <a:t>&gt;”</a:t>
            </a:r>
          </a:p>
          <a:p>
            <a:pPr marL="0" lvl="0" indent="0">
              <a:buNone/>
            </a:pPr>
            <a:r>
              <a:rPr lang="en-US" dirty="0"/>
              <a:t>						-&gt; adds their name to the README</a:t>
            </a:r>
          </a:p>
          <a:p>
            <a:pPr marL="0" lvl="0" indent="0">
              <a:buNone/>
            </a:pPr>
            <a:r>
              <a:rPr lang="en-US" dirty="0"/>
              <a:t>						-&gt; Merges the branch to main</a:t>
            </a:r>
          </a:p>
          <a:p>
            <a:pPr marL="0" lvl="0" indent="0">
              <a:buNone/>
            </a:pPr>
            <a:r>
              <a:rPr dirty="0"/>
              <a:t> </a:t>
            </a:r>
            <a:r>
              <a:rPr lang="en-US" dirty="0"/>
              <a:t>- Each member adds a Pull Request/Issue to the Project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E9A70-949C-EB7E-12D5-64135F7D4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Important Reminder</a:t>
            </a:r>
            <a:br>
              <a:rPr lang="en-US" b="1" dirty="0"/>
            </a:br>
            <a:endParaRPr lang="en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GitHub activity is graded</a:t>
            </a:r>
          </a:p>
          <a:p>
            <a:pPr lvl="0"/>
            <a:r>
              <a:rPr dirty="0"/>
              <a:t>Individual contributions are visible</a:t>
            </a:r>
          </a:p>
          <a:p>
            <a:pPr lvl="0"/>
            <a:r>
              <a:rPr dirty="0"/>
              <a:t>Team success requires everyone to participate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85C40-1705-1617-D0D8-4A4F03FA6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What Happens Next</a:t>
            </a:r>
            <a:br>
              <a:rPr lang="en-US" b="1" dirty="0"/>
            </a:br>
            <a:endParaRPr lang="en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dirty="0"/>
              <a:t>Before next class: </a:t>
            </a:r>
            <a:endParaRPr lang="en-US" dirty="0"/>
          </a:p>
          <a:p>
            <a:pPr marL="0" lvl="0" indent="0">
              <a:buNone/>
            </a:pPr>
            <a:r>
              <a:rPr dirty="0"/>
              <a:t>- Complete Wiki sections </a:t>
            </a:r>
            <a:endParaRPr lang="en-US" dirty="0"/>
          </a:p>
          <a:p>
            <a:pPr marL="0" lvl="0" indent="0">
              <a:buNone/>
            </a:pPr>
            <a:r>
              <a:rPr dirty="0"/>
              <a:t>- Add at least 5 Issues </a:t>
            </a:r>
            <a:r>
              <a:rPr lang="en-US" dirty="0"/>
              <a:t>– at least one for each member</a:t>
            </a:r>
          </a:p>
          <a:p>
            <a:pPr marL="0" lvl="0" indent="0">
              <a:buNone/>
            </a:pPr>
            <a:r>
              <a:rPr dirty="0"/>
              <a:t>- Populate the Project board</a:t>
            </a:r>
          </a:p>
          <a:p>
            <a:pPr marL="0" lvl="0" indent="0">
              <a:buNone/>
            </a:pPr>
            <a:r>
              <a:rPr dirty="0"/>
              <a:t>Next session: </a:t>
            </a:r>
            <a:endParaRPr lang="en-US" dirty="0"/>
          </a:p>
          <a:p>
            <a:pPr marL="0" lvl="0" indent="0">
              <a:buNone/>
            </a:pPr>
            <a:r>
              <a:rPr dirty="0"/>
              <a:t>- Client discovery </a:t>
            </a:r>
            <a:endParaRPr lang="en-US" dirty="0"/>
          </a:p>
          <a:p>
            <a:pPr marL="0" lvl="0" indent="0">
              <a:buNone/>
            </a:pPr>
            <a:r>
              <a:rPr dirty="0"/>
              <a:t>- Requirements elicitation </a:t>
            </a:r>
            <a:endParaRPr lang="en-US" dirty="0"/>
          </a:p>
          <a:p>
            <a:pPr marL="0" lvl="0" indent="0">
              <a:buNone/>
            </a:pPr>
            <a:r>
              <a:rPr dirty="0"/>
              <a:t>- Sprint 0 planning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69A8A-4345-7514-D3E9-434875140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Questions and Start Working</a:t>
            </a:r>
            <a:br>
              <a:rPr lang="en-US" b="1" dirty="0"/>
            </a:br>
            <a:endParaRPr lang="en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Ask questions now.</a:t>
            </a:r>
            <a:br>
              <a:rPr dirty="0"/>
            </a:br>
            <a:r>
              <a:rPr dirty="0"/>
              <a:t>This workflow will be used all semester.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2535</TotalTime>
  <Words>1157</Words>
  <Application>Microsoft Office PowerPoint</Application>
  <PresentationFormat>On-screen Show (16:9)</PresentationFormat>
  <Paragraphs>214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Introduction</vt:lpstr>
      <vt:lpstr>GitHub as a Professional Software Development Platform</vt:lpstr>
      <vt:lpstr>Why This Workshop Exists </vt:lpstr>
      <vt:lpstr>Workshop Goals </vt:lpstr>
      <vt:lpstr>What “Professional” Means in This Course </vt:lpstr>
      <vt:lpstr>GitHub Is More Than Code </vt:lpstr>
      <vt:lpstr>GitHub AI Tools for Students</vt:lpstr>
      <vt:lpstr>GitHub Copilot </vt:lpstr>
      <vt:lpstr>Wiki Content as CoPilot CONTEXT</vt:lpstr>
      <vt:lpstr>💬 GitHub Copilot Chat </vt:lpstr>
      <vt:lpstr>💻 GitHub Codespaces + Copilot </vt:lpstr>
      <vt:lpstr>🔒 Dependabot </vt:lpstr>
      <vt:lpstr>The Big Picture Development Workflow </vt:lpstr>
      <vt:lpstr>Why This Workflow Matters </vt:lpstr>
      <vt:lpstr>One Task – End-to-End Example </vt:lpstr>
      <vt:lpstr>Team Roles and Visibility – Everybody participates </vt:lpstr>
      <vt:lpstr>Repository Anatomy </vt:lpstr>
      <vt:lpstr>The Wiki = Your Project Binder - homework </vt:lpstr>
      <vt:lpstr>Issues = Units of Work </vt:lpstr>
      <vt:lpstr>Projects = Sprint Board </vt:lpstr>
      <vt:lpstr>Kehila Assignment</vt:lpstr>
      <vt:lpstr>Today’s Hands-On Outcome FOR GRADING!!! </vt:lpstr>
      <vt:lpstr>Repository Naming Convention </vt:lpstr>
      <vt:lpstr>Leader Setup</vt:lpstr>
      <vt:lpstr>Setup – For Entire Team </vt:lpstr>
      <vt:lpstr>Important Reminder </vt:lpstr>
      <vt:lpstr>What Happens Next </vt:lpstr>
      <vt:lpstr>Questions and Start Working 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Eliedaat Adler</cp:lastModifiedBy>
  <cp:revision>3</cp:revision>
  <dcterms:created xsi:type="dcterms:W3CDTF">2025-12-30T09:29:48Z</dcterms:created>
  <dcterms:modified xsi:type="dcterms:W3CDTF">2026-01-11T09:33:19Z</dcterms:modified>
</cp:coreProperties>
</file>